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0" r:id="rId2"/>
    <p:sldId id="264" r:id="rId3"/>
    <p:sldId id="271" r:id="rId4"/>
    <p:sldId id="267" r:id="rId5"/>
    <p:sldId id="266" r:id="rId6"/>
    <p:sldId id="286" r:id="rId7"/>
    <p:sldId id="270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1" userDrawn="1">
          <p15:clr>
            <a:srgbClr val="A4A3A4"/>
          </p15:clr>
        </p15:guide>
        <p15:guide id="3" pos="7242" userDrawn="1">
          <p15:clr>
            <a:srgbClr val="A4A3A4"/>
          </p15:clr>
        </p15:guide>
        <p15:guide id="4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4D4D"/>
    <a:srgbClr val="CA993D"/>
    <a:srgbClr val="174140"/>
    <a:srgbClr val="055153"/>
    <a:srgbClr val="CDBE78"/>
    <a:srgbClr val="D7CC95"/>
    <a:srgbClr val="066163"/>
    <a:srgbClr val="FF4D22"/>
    <a:srgbClr val="2D35A0"/>
    <a:srgbClr val="F56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96" y="176"/>
      </p:cViewPr>
      <p:guideLst>
        <p:guide pos="438"/>
        <p:guide orient="horz" pos="391"/>
        <p:guide pos="7242"/>
        <p:guide orient="horz" pos="39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5845A-FA50-41A1-8E85-7AB8A97B1F70}" type="datetimeFigureOut">
              <a:rPr lang="en-ID" smtClean="0"/>
              <a:t>10/09/25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2A5BD-4866-4800-A178-45E86D89A6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8784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C03B95-8EEE-0CD4-B8A7-854CB06F50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4DC070-782A-1A9C-C845-8E563E35C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 r="14271" b="17285"/>
          <a:stretch>
            <a:fillRect/>
          </a:stretch>
        </p:blipFill>
        <p:spPr>
          <a:xfrm>
            <a:off x="4922594" y="0"/>
            <a:ext cx="7269406" cy="685800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24327-D931-E62C-9CD1-D89B3E11ABBD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EF2785-30A3-CFF8-3C68-80A27D77C367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72043E-0903-C09D-AA2F-7483C3FCDC6B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E264F6-16A2-35BB-8BD4-A4056CD937D5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pic>
        <p:nvPicPr>
          <p:cNvPr id="12" name="Picture 11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3E54B1E9-4A29-AE0A-3965-D52D561D30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5" t="19702" r="11109" b="6159"/>
          <a:stretch>
            <a:fillRect/>
          </a:stretch>
        </p:blipFill>
        <p:spPr>
          <a:xfrm>
            <a:off x="924444" y="2080082"/>
            <a:ext cx="8763511" cy="249327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C2A3219-CCF2-1E80-DE3A-72E47AB71B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1750" y="4443413"/>
            <a:ext cx="2703513" cy="272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11453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D3EE777F-8E7F-7DCB-37D8-AD4832C80F7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096001" y="0"/>
            <a:ext cx="6095999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415173-C797-70FC-8082-062C82777740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C37A8D-8061-FCFB-AE11-936ADA17452D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8982F722-4B58-D1DB-8130-477A245F7D4A}"/>
              </a:ext>
            </a:extLst>
          </p:cNvPr>
          <p:cNvSpPr/>
          <p:nvPr userDrawn="1"/>
        </p:nvSpPr>
        <p:spPr>
          <a:xfrm>
            <a:off x="1098682" y="4694403"/>
            <a:ext cx="3117183" cy="1236590"/>
          </a:xfrm>
          <a:prstGeom prst="roundRect">
            <a:avLst>
              <a:gd name="adj" fmla="val 5119"/>
            </a:avLst>
          </a:prstGeom>
          <a:noFill/>
          <a:ln>
            <a:solidFill>
              <a:srgbClr val="314D4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8">
            <a:extLst>
              <a:ext uri="{FF2B5EF4-FFF2-40B4-BE49-F238E27FC236}">
                <a16:creationId xmlns:a16="http://schemas.microsoft.com/office/drawing/2014/main" id="{4AEEB943-B0AC-F3A0-7543-DB78A240EFA9}"/>
              </a:ext>
            </a:extLst>
          </p:cNvPr>
          <p:cNvSpPr/>
          <p:nvPr userDrawn="1"/>
        </p:nvSpPr>
        <p:spPr>
          <a:xfrm>
            <a:off x="4444935" y="4697318"/>
            <a:ext cx="3117183" cy="1236590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solidFill>
              <a:srgbClr val="314D4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Rounded Corners 21">
            <a:extLst>
              <a:ext uri="{FF2B5EF4-FFF2-40B4-BE49-F238E27FC236}">
                <a16:creationId xmlns:a16="http://schemas.microsoft.com/office/drawing/2014/main" id="{45DD628E-E606-7A58-7460-5B9C84CA39E4}"/>
              </a:ext>
            </a:extLst>
          </p:cNvPr>
          <p:cNvSpPr/>
          <p:nvPr userDrawn="1"/>
        </p:nvSpPr>
        <p:spPr>
          <a:xfrm>
            <a:off x="7791188" y="4694403"/>
            <a:ext cx="3117183" cy="1236590"/>
          </a:xfrm>
          <a:prstGeom prst="roundRect">
            <a:avLst>
              <a:gd name="adj" fmla="val 5119"/>
            </a:avLst>
          </a:prstGeom>
          <a:solidFill>
            <a:srgbClr val="314D4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C6580A21-9401-BEFB-D263-F28174EC18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‹#›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pic>
        <p:nvPicPr>
          <p:cNvPr id="22" name="Picture 21" descr="A black and green logo&#10;&#10;AI-generated content may be incorrect.">
            <a:extLst>
              <a:ext uri="{FF2B5EF4-FFF2-40B4-BE49-F238E27FC236}">
                <a16:creationId xmlns:a16="http://schemas.microsoft.com/office/drawing/2014/main" id="{7C4BBE8C-A3FD-1CA3-8AE0-2C72D5D440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BF33208-3A09-5ECB-6BED-5A9DF40D56BA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3D9FA7-010C-E340-9A91-7BA5969C02B5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D4E0C59-F360-51B9-C62F-D3E02B075E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8683" y="1085850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A39ED08-7F8F-89D4-C6D0-013ACF857D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8682" y="1607682"/>
            <a:ext cx="4338236" cy="1236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 marL="457200" indent="0">
              <a:buNone/>
              <a:defRPr sz="4000" b="1" i="0">
                <a:solidFill>
                  <a:srgbClr val="CA993D"/>
                </a:solidFill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Insert Title</a:t>
            </a:r>
          </a:p>
          <a:p>
            <a:pPr lvl="0"/>
            <a:r>
              <a:rPr lang="en-US" dirty="0"/>
              <a:t>Here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947E524-CA8C-E020-86B7-21C88EF5F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8280" y="3246955"/>
            <a:ext cx="4338638" cy="1123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814C0FE-553F-5B3C-AA3A-A99CA67533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346" y="4860143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1B7B8D18-4330-8695-7566-4D4B51CB2B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076" y="4860143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A0CA76B-54DB-59A0-39F0-CBE089E305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19502" y="4860143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11D3316-838C-BEC7-40F6-BCCA63528F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0346" y="5301426"/>
            <a:ext cx="2596130" cy="49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304C4C1-2E57-E729-F6A3-EB3F05FE1C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60076" y="5312698"/>
            <a:ext cx="2596130" cy="49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9DAEB310-95A5-D4B0-9E63-5A370386D1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9502" y="5312698"/>
            <a:ext cx="2596130" cy="49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705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1B25F1-E903-C2C6-6EDB-56294B70F4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rcRect r="14271" b="17285"/>
          <a:stretch>
            <a:fillRect/>
          </a:stretch>
        </p:blipFill>
        <p:spPr>
          <a:xfrm>
            <a:off x="4922594" y="0"/>
            <a:ext cx="7269406" cy="685800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DB49B9-290C-EFDF-1578-200F538707AF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4CC5E1-D58B-DCDC-0F41-E430C0E69B7E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32">
            <a:extLst>
              <a:ext uri="{FF2B5EF4-FFF2-40B4-BE49-F238E27FC236}">
                <a16:creationId xmlns:a16="http://schemas.microsoft.com/office/drawing/2014/main" id="{F114ABD7-96D6-B327-41E2-DFF9ACE07E79}"/>
              </a:ext>
            </a:extLst>
          </p:cNvPr>
          <p:cNvSpPr/>
          <p:nvPr userDrawn="1"/>
        </p:nvSpPr>
        <p:spPr>
          <a:xfrm>
            <a:off x="1123232" y="4715996"/>
            <a:ext cx="3203231" cy="1521292"/>
          </a:xfrm>
          <a:prstGeom prst="roundRect">
            <a:avLst>
              <a:gd name="adj" fmla="val 4811"/>
            </a:avLst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/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A1C9271D-AB9C-6E04-6671-9A6B1FFB7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latin typeface="Montserrat SemiBold" pitchFamily="2" charset="77"/>
              </a:rPr>
              <a:pPr/>
              <a:t>‹#›</a:t>
            </a:fld>
            <a:endParaRPr lang="en-ID" b="1" dirty="0">
              <a:latin typeface="Montserrat SemiBold" pitchFamily="2" charset="77"/>
            </a:endParaRP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064E999B-5088-66BE-A495-F56B649CD3C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51255" y="1358358"/>
            <a:ext cx="2121760" cy="28362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7EE48644-A430-31F2-DC88-80FBCE90AB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63085" y="1358358"/>
            <a:ext cx="2121760" cy="28362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36BE2123-0D77-E0B4-379C-92C1FDFEBF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4915" y="1358357"/>
            <a:ext cx="2121760" cy="28362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2" name="Picture 21" descr="A black and green logo&#10;&#10;AI-generated content may be incorrect.">
            <a:extLst>
              <a:ext uri="{FF2B5EF4-FFF2-40B4-BE49-F238E27FC236}">
                <a16:creationId xmlns:a16="http://schemas.microsoft.com/office/drawing/2014/main" id="{207F8D09-25D6-B361-EF29-272E518ED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8BAC954-2251-F448-401C-E40B177E21A1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68BF52-9C4C-B106-F52B-BAE650A68252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332706FD-4C43-C076-3691-030C4B92E6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3232" y="1370609"/>
            <a:ext cx="3203219" cy="1236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 marL="457200" indent="0">
              <a:buNone/>
              <a:defRPr sz="4000" b="1" i="0">
                <a:solidFill>
                  <a:srgbClr val="CA993D"/>
                </a:solidFill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Meet Our</a:t>
            </a:r>
          </a:p>
          <a:p>
            <a:pPr lvl="0"/>
            <a:r>
              <a:rPr lang="en-US" dirty="0"/>
              <a:t>Team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FFFAD05-8FC0-4E4F-F986-8CFA75014A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23232" y="3146193"/>
            <a:ext cx="3203225" cy="1123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CB93AE7-2953-61C4-D937-ACBB6723D5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0654" y="4940878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70E1DFE6-4D65-1BFB-9038-BB518688E0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73581" y="5407641"/>
            <a:ext cx="2668099" cy="606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7BFD3846-A9B4-8415-6C34-4D965217D4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6879" y="4493908"/>
            <a:ext cx="1090510" cy="30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>
                <a:solidFill>
                  <a:srgbClr val="314D4D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First Last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7736DEC-BC7B-B461-1567-7D6B73745B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66879" y="4963267"/>
            <a:ext cx="1090510" cy="30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 i="0">
                <a:solidFill>
                  <a:srgbClr val="314D4D"/>
                </a:solidFill>
                <a:latin typeface="Montserrat Light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2587540-AAB1-A580-6699-09151F2377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24906" y="4493908"/>
            <a:ext cx="1090510" cy="30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>
                <a:solidFill>
                  <a:srgbClr val="314D4D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First Last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EA00517F-FFEC-1D5A-B3E3-115F7A66AB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24906" y="4963267"/>
            <a:ext cx="1090510" cy="30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 i="0">
                <a:solidFill>
                  <a:srgbClr val="314D4D"/>
                </a:solidFill>
                <a:latin typeface="Montserrat Light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7833F61E-7383-C877-9389-303629B5DF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52882" y="4493908"/>
            <a:ext cx="1090510" cy="30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>
                <a:solidFill>
                  <a:srgbClr val="314D4D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First Last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9D34C354-B73D-0D52-42E9-CEF9A59C5C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52882" y="4963267"/>
            <a:ext cx="1090510" cy="30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 i="0">
                <a:solidFill>
                  <a:srgbClr val="314D4D"/>
                </a:solidFill>
                <a:latin typeface="Montserrat Light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1683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934ECE-4633-D48C-07AE-37BBDB6E87BB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066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59E904-A01E-EC70-29BA-F60CFEA663EA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DB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2CB906F0-1CF8-7C7C-3132-AD495ABC9CF9}"/>
              </a:ext>
            </a:extLst>
          </p:cNvPr>
          <p:cNvSpPr/>
          <p:nvPr userDrawn="1"/>
        </p:nvSpPr>
        <p:spPr>
          <a:xfrm>
            <a:off x="6833382" y="1632041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solidFill>
              <a:srgbClr val="314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61270FA5-E252-A2DA-35FD-F3C0FE8B5828}"/>
              </a:ext>
            </a:extLst>
          </p:cNvPr>
          <p:cNvSpPr/>
          <p:nvPr userDrawn="1"/>
        </p:nvSpPr>
        <p:spPr>
          <a:xfrm>
            <a:off x="6833382" y="3421360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Rounded Corners 19">
            <a:extLst>
              <a:ext uri="{FF2B5EF4-FFF2-40B4-BE49-F238E27FC236}">
                <a16:creationId xmlns:a16="http://schemas.microsoft.com/office/drawing/2014/main" id="{2DFF4AEF-12B3-755B-4E59-467CD66D9C6E}"/>
              </a:ext>
            </a:extLst>
          </p:cNvPr>
          <p:cNvSpPr/>
          <p:nvPr userDrawn="1"/>
        </p:nvSpPr>
        <p:spPr>
          <a:xfrm>
            <a:off x="6833382" y="5119930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6939B9F1-ECE6-14D1-A69B-DAC376C50E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latin typeface="Montserrat SemiBold" pitchFamily="2" charset="77"/>
              </a:rPr>
              <a:pPr/>
              <a:t>‹#›</a:t>
            </a:fld>
            <a:endParaRPr lang="en-ID" b="1" dirty="0">
              <a:latin typeface="Montserrat SemiBold" pitchFamily="2" charset="77"/>
            </a:endParaRP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0125FF01-17C0-434B-FB1E-00E25A868B2D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126838" y="3315854"/>
            <a:ext cx="4969162" cy="29057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2" name="Picture 21" descr="A black and green logo&#10;&#10;AI-generated content may be incorrect.">
            <a:extLst>
              <a:ext uri="{FF2B5EF4-FFF2-40B4-BE49-F238E27FC236}">
                <a16:creationId xmlns:a16="http://schemas.microsoft.com/office/drawing/2014/main" id="{CFAB43BD-8829-83B5-F780-2515ED97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7DB8B00-C861-789D-A965-439078AAB51C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C4F47E-A564-C890-079E-B1487C0F961D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EBAEA492-EEB5-BDD4-C87B-9EE9FAD9E3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6838" y="814046"/>
            <a:ext cx="3203219" cy="1236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 marL="457200" indent="0">
              <a:buNone/>
              <a:defRPr sz="4000" b="1" i="0">
                <a:solidFill>
                  <a:srgbClr val="CA993D"/>
                </a:solidFill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Insert Title</a:t>
            </a:r>
          </a:p>
          <a:p>
            <a:pPr lvl="0"/>
            <a:r>
              <a:rPr lang="en-US" dirty="0"/>
              <a:t>Here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139E3BD8-71C8-BCB4-A6FC-2B6F167796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26838" y="2395800"/>
            <a:ext cx="4977795" cy="700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09FD42C-69A5-2A72-FBF1-5805E6B48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33380" y="1628696"/>
            <a:ext cx="451210" cy="4807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Montserrat SemiBold" pitchFamily="2" charset="77"/>
              </a:defRPr>
            </a:lvl1pPr>
            <a:lvl2pPr>
              <a:defRPr b="1" i="0"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5364B83A-4A56-0DA8-DA94-E37F7FF126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33380" y="3407801"/>
            <a:ext cx="451210" cy="4807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Montserrat SemiBold" pitchFamily="2" charset="77"/>
              </a:defRPr>
            </a:lvl1pPr>
            <a:lvl2pPr>
              <a:defRPr b="1" i="0"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B8503F1B-CC0E-92E2-E9BF-9F1B9B4483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33380" y="5097453"/>
            <a:ext cx="451210" cy="4807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Montserrat SemiBold" pitchFamily="2" charset="77"/>
              </a:defRPr>
            </a:lvl1pPr>
            <a:lvl2pPr>
              <a:defRPr b="1" i="0"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C3FAF36C-3B5A-1A20-40E3-DB0B8CE753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08019" y="1628696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DB682ED7-E237-C00F-85C2-5D72CDA9FD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8019" y="3417740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680E46D1-876E-8FAD-965C-49CC720AC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8019" y="5097453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F2108C6-3FB2-7E01-B5E9-6715568A0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17255" y="2131511"/>
            <a:ext cx="3880571" cy="700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573D2E56-A6B2-C3F2-D822-D95490BAE3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17255" y="3920555"/>
            <a:ext cx="3880571" cy="700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3FF2F337-9AE5-05EA-63FA-4152C27422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17255" y="5600268"/>
            <a:ext cx="3880571" cy="700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804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7DCEBD-7B98-A4EF-3531-396D1A113621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F94BC6-BABE-883E-312E-C032B6CE950C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16">
            <a:extLst>
              <a:ext uri="{FF2B5EF4-FFF2-40B4-BE49-F238E27FC236}">
                <a16:creationId xmlns:a16="http://schemas.microsoft.com/office/drawing/2014/main" id="{4714DAA1-C526-9288-9D39-8BE59F669412}"/>
              </a:ext>
            </a:extLst>
          </p:cNvPr>
          <p:cNvSpPr/>
          <p:nvPr userDrawn="1"/>
        </p:nvSpPr>
        <p:spPr>
          <a:xfrm>
            <a:off x="7603252" y="4804800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9853688-013B-BD62-3DA4-A0BAF06DA5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13281" y="5824028"/>
            <a:ext cx="646176" cy="421259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‹#›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44ECCB-D0C7-7B92-61BE-4C99167A67CC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123231" y="1010653"/>
            <a:ext cx="1970087" cy="49961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24572E39-BE1E-7297-5082-51E13488D84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3093318" y="1010649"/>
            <a:ext cx="1970087" cy="49961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CD99E951-59F3-ABA3-68C7-7EACF05BC39D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063404" y="1010649"/>
            <a:ext cx="1970087" cy="49961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6" name="Picture 15" descr="A black and green logo&#10;&#10;AI-generated content may be incorrect.">
            <a:extLst>
              <a:ext uri="{FF2B5EF4-FFF2-40B4-BE49-F238E27FC236}">
                <a16:creationId xmlns:a16="http://schemas.microsoft.com/office/drawing/2014/main" id="{16609E76-5F8D-2A51-BFBA-D0C544A45A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548FDC-A00D-DF90-D814-48046ACB31C0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213B2-9E56-37A4-958F-501E8E3D71E3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F295E8CC-ADFD-BE88-6146-966ACAAE26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03252" y="4804800"/>
            <a:ext cx="451210" cy="4807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Montserrat SemiBold" pitchFamily="2" charset="77"/>
              </a:defRPr>
            </a:lvl1pPr>
            <a:lvl2pPr>
              <a:defRPr b="1" i="0"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2383662D-5BED-19E3-9A54-A487F273E7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2295" y="1572478"/>
            <a:ext cx="4002707" cy="617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 marL="457200" indent="0">
              <a:buNone/>
              <a:defRPr sz="4000" b="1" i="0">
                <a:solidFill>
                  <a:srgbClr val="CA993D"/>
                </a:solidFill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41378EBD-64A7-B40F-3ED1-259372C716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2541" y="2801692"/>
            <a:ext cx="3892461" cy="13201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626A8710-3DC7-B6C2-58F8-E40D4EC72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46787" y="5266596"/>
            <a:ext cx="3308215" cy="97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99E8B8DC-D651-C244-0630-2336ABB35F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6787" y="4804800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26005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3A6FD5-9382-95C8-9C7A-C0A907307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rcRect r="14271" b="17285"/>
          <a:stretch>
            <a:fillRect/>
          </a:stretch>
        </p:blipFill>
        <p:spPr>
          <a:xfrm>
            <a:off x="4922592" y="0"/>
            <a:ext cx="7269406" cy="68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001F2F-0223-DB46-60AA-BFE9620E2453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D9C068-D283-ED06-CC81-32592E74CD97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C2EB5B-5A8F-B1D8-57C6-7482B2A60846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441EB7-54FC-2426-B005-64E8D5B7BBD3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0" name="Rectangle: Rounded Corners 8">
            <a:extLst>
              <a:ext uri="{FF2B5EF4-FFF2-40B4-BE49-F238E27FC236}">
                <a16:creationId xmlns:a16="http://schemas.microsoft.com/office/drawing/2014/main" id="{ACBFFC07-0B91-F77C-242C-E15EBD791F3C}"/>
              </a:ext>
            </a:extLst>
          </p:cNvPr>
          <p:cNvSpPr/>
          <p:nvPr userDrawn="1"/>
        </p:nvSpPr>
        <p:spPr>
          <a:xfrm>
            <a:off x="1192631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Rounded Corners 9">
            <a:extLst>
              <a:ext uri="{FF2B5EF4-FFF2-40B4-BE49-F238E27FC236}">
                <a16:creationId xmlns:a16="http://schemas.microsoft.com/office/drawing/2014/main" id="{AB6322EE-830F-6356-3B92-090CFCB353B7}"/>
              </a:ext>
            </a:extLst>
          </p:cNvPr>
          <p:cNvSpPr/>
          <p:nvPr userDrawn="1"/>
        </p:nvSpPr>
        <p:spPr>
          <a:xfrm>
            <a:off x="3636865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rgbClr val="CA993D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0">
            <a:extLst>
              <a:ext uri="{FF2B5EF4-FFF2-40B4-BE49-F238E27FC236}">
                <a16:creationId xmlns:a16="http://schemas.microsoft.com/office/drawing/2014/main" id="{456CDC8D-5D70-31B0-CA95-CB85A07887A6}"/>
              </a:ext>
            </a:extLst>
          </p:cNvPr>
          <p:cNvSpPr/>
          <p:nvPr userDrawn="1"/>
        </p:nvSpPr>
        <p:spPr>
          <a:xfrm>
            <a:off x="6081099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1">
            <a:extLst>
              <a:ext uri="{FF2B5EF4-FFF2-40B4-BE49-F238E27FC236}">
                <a16:creationId xmlns:a16="http://schemas.microsoft.com/office/drawing/2014/main" id="{9F771868-E3B5-AAFF-E8C2-71CDDC07FC52}"/>
              </a:ext>
            </a:extLst>
          </p:cNvPr>
          <p:cNvSpPr/>
          <p:nvPr userDrawn="1"/>
        </p:nvSpPr>
        <p:spPr>
          <a:xfrm>
            <a:off x="8557997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Slide Number Placeholder 26">
            <a:extLst>
              <a:ext uri="{FF2B5EF4-FFF2-40B4-BE49-F238E27FC236}">
                <a16:creationId xmlns:a16="http://schemas.microsoft.com/office/drawing/2014/main" id="{A69C9B91-20A6-DC0F-DFB1-788FEBF2E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latin typeface="Montserrat SemiBold" pitchFamily="2" charset="77"/>
              </a:rPr>
              <a:pPr/>
              <a:t>‹#›</a:t>
            </a:fld>
            <a:endParaRPr lang="en-ID" b="1" dirty="0">
              <a:latin typeface="Montserrat SemiBold" pitchFamily="2" charset="77"/>
            </a:endParaRPr>
          </a:p>
        </p:txBody>
      </p:sp>
      <p:pic>
        <p:nvPicPr>
          <p:cNvPr id="29" name="Picture 28" descr="A black and green logo&#10;&#10;AI-generated content may be incorrect.">
            <a:extLst>
              <a:ext uri="{FF2B5EF4-FFF2-40B4-BE49-F238E27FC236}">
                <a16:creationId xmlns:a16="http://schemas.microsoft.com/office/drawing/2014/main" id="{938E4A86-E4BC-7774-764C-9A65C86045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1759582A-3997-811D-D323-9AE113F573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7349" y="1034036"/>
            <a:ext cx="3203219" cy="1236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 marL="457200" indent="0">
              <a:buNone/>
              <a:defRPr sz="4000" b="1" i="0">
                <a:solidFill>
                  <a:srgbClr val="CA993D"/>
                </a:solidFill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Insert Title</a:t>
            </a:r>
          </a:p>
          <a:p>
            <a:pPr lvl="0"/>
            <a:r>
              <a:rPr lang="en-US" dirty="0"/>
              <a:t>Here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6E105827-15F4-EA9B-6451-2FE019506C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0844" y="2664379"/>
            <a:ext cx="4378435" cy="791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DFCB8659-A3E6-3A9F-D137-D6CC4FEC39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6217" y="4583619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B2D61C4D-49BB-A13A-997A-B99C65B1FC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8475" y="4583619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A6A56354-B743-5C45-4810-1EEBEFDF49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17815" y="4583619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6053FCA3-9370-F9DF-67AF-B6FD206672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7802" y="4583619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633C6026-2718-E6F1-A0E3-F36DFA0D7A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51423" y="5029892"/>
            <a:ext cx="1773760" cy="468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19522EAA-ED74-36DD-3F7B-667A306704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67240" y="5029892"/>
            <a:ext cx="1773760" cy="468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0297996-1356-AE85-C683-63B654EFD5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32144" y="5029892"/>
            <a:ext cx="1773760" cy="468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226FA9DA-C13B-4BC2-066E-BB8AA7D14E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06988" y="5029892"/>
            <a:ext cx="1773760" cy="468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316F13BD-7114-C06C-DF3C-1CF17853A3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19434" y="3930484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125BB3E7-13CF-E346-81A7-0872D085D7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5251" y="3930484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2" name="Text Placeholder 25">
            <a:extLst>
              <a:ext uri="{FF2B5EF4-FFF2-40B4-BE49-F238E27FC236}">
                <a16:creationId xmlns:a16="http://schemas.microsoft.com/office/drawing/2014/main" id="{D6B8C5AC-88C9-521E-ED7E-202F3C2EDE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0277" y="3930484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1C699F94-664E-0428-C841-941EA50575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55120" y="3930484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6141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C3C442-6D48-6C55-7538-AA7F37679269}"/>
              </a:ext>
            </a:extLst>
          </p:cNvPr>
          <p:cNvSpPr/>
          <p:nvPr userDrawn="1"/>
        </p:nvSpPr>
        <p:spPr>
          <a:xfrm>
            <a:off x="6974039" y="0"/>
            <a:ext cx="5217961" cy="3608410"/>
          </a:xfrm>
          <a:prstGeom prst="rect">
            <a:avLst/>
          </a:prstGeom>
          <a:solidFill>
            <a:srgbClr val="314D4D"/>
          </a:solidFill>
          <a:ln w="19050">
            <a:solidFill>
              <a:srgbClr val="314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F7CE67-2F2E-5C3B-A970-6954DE5ABD90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A0EDBE-6E81-6F20-5535-0DB0A15D8983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FFDA4CAF-90D9-D271-D372-E7009ECCC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‹#›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58663F1F-1F0F-077B-902F-5238609581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0178" y="620712"/>
            <a:ext cx="5913859" cy="24016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3" name="Picture 22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1C0BE02F-9774-6642-7186-DD54D2790D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40" y="266556"/>
            <a:ext cx="1616496" cy="4807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B9EA26-AA6B-B902-DA19-181F640B513C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028CB1-5452-7194-7F41-4E4C9A52A955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718E9C2D-969F-2BEC-E292-C39C4DC22B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3845" y="3835669"/>
            <a:ext cx="3203219" cy="1236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 marL="457200" indent="0">
              <a:buNone/>
              <a:defRPr sz="4000" b="1" i="0">
                <a:solidFill>
                  <a:srgbClr val="CA993D"/>
                </a:solidFill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Insert Title</a:t>
            </a:r>
          </a:p>
          <a:p>
            <a:pPr lvl="0"/>
            <a:r>
              <a:rPr lang="en-US" dirty="0"/>
              <a:t>Here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9AB58F8C-D7C1-08EB-D6A2-AB7C2561A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3993904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FB595A37-0442-757B-C6E0-1C119746BB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7191" y="3993904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AFB167BB-4D2F-E855-56A0-34CB0396AB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5276052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B65B3864-8894-2CBE-6780-4B12810E38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57252" y="5276052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74140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7A733A95-0A1D-BDE8-6779-4B39543D4D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08844" y="1130983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8A0C10B-CFEF-C969-1824-D032957631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3844" y="5539282"/>
            <a:ext cx="3203217" cy="738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A30F1F8E-4A44-CFFE-C5E1-548A6CCCD0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89889" y="4418855"/>
            <a:ext cx="2669310" cy="606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BB556B6E-F66D-38B5-D260-A860F1C858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67191" y="4418855"/>
            <a:ext cx="2669310" cy="606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A309B41-4C31-B0E0-2EEA-7F9AA5F946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9889" y="5710942"/>
            <a:ext cx="2669310" cy="606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24FD74C3-AC6B-5751-C1F8-92953B1F1B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51141" y="5710942"/>
            <a:ext cx="2669310" cy="606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9205814D-2D30-DACB-9DFF-343F6A004C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8844" y="1728918"/>
            <a:ext cx="3959092" cy="12934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847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en logo&#10;&#10;AI-generated content may be incorrect.">
            <a:extLst>
              <a:ext uri="{FF2B5EF4-FFF2-40B4-BE49-F238E27FC236}">
                <a16:creationId xmlns:a16="http://schemas.microsoft.com/office/drawing/2014/main" id="{5E79C4CF-E906-48FE-B026-9AC94BB2D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49E41B3B-3FB5-0178-1661-423077A035C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571066" y="1665742"/>
            <a:ext cx="6620934" cy="425077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D4D7B2-B98D-9995-6BCA-E24C3237D218}"/>
              </a:ext>
            </a:extLst>
          </p:cNvPr>
          <p:cNvCxnSpPr>
            <a:cxnSpLocks/>
          </p:cNvCxnSpPr>
          <p:nvPr userDrawn="1"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9C3B68-E29C-F7DC-C324-DC51822D4375}"/>
              </a:ext>
            </a:extLst>
          </p:cNvPr>
          <p:cNvCxnSpPr>
            <a:cxnSpLocks/>
          </p:cNvCxnSpPr>
          <p:nvPr userDrawn="1"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FF94857E-40FD-2804-4DBD-1EC790B39DF7}"/>
              </a:ext>
            </a:extLst>
          </p:cNvPr>
          <p:cNvSpPr/>
          <p:nvPr userDrawn="1"/>
        </p:nvSpPr>
        <p:spPr>
          <a:xfrm>
            <a:off x="7993425" y="1344976"/>
            <a:ext cx="3217826" cy="4892312"/>
          </a:xfrm>
          <a:prstGeom prst="roundRect">
            <a:avLst>
              <a:gd name="adj" fmla="val 3484"/>
            </a:avLst>
          </a:prstGeom>
          <a:solidFill>
            <a:srgbClr val="CA9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Slide Number Placeholder 15">
            <a:extLst>
              <a:ext uri="{FF2B5EF4-FFF2-40B4-BE49-F238E27FC236}">
                <a16:creationId xmlns:a16="http://schemas.microsoft.com/office/drawing/2014/main" id="{5F2353BE-5DE8-C032-1EB9-6BC8F3F61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‹#›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EC08A4-449A-C9CD-AE3B-F15A3442AFC2}"/>
              </a:ext>
            </a:extLst>
          </p:cNvPr>
          <p:cNvSpPr txBox="1"/>
          <p:nvPr userDrawn="1"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2C097F-46E7-DD21-5718-832A5B203860}"/>
              </a:ext>
            </a:extLst>
          </p:cNvPr>
          <p:cNvSpPr txBox="1"/>
          <p:nvPr userDrawn="1"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22190564-69FA-5645-7AB9-9C84CFD2DE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0308" y="1587861"/>
            <a:ext cx="3203219" cy="1236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rgbClr val="174140"/>
                </a:solidFill>
                <a:latin typeface="Montserrat SemiBold" pitchFamily="2" charset="77"/>
              </a:defRPr>
            </a:lvl1pPr>
            <a:lvl2pPr marL="457200" indent="0">
              <a:buNone/>
              <a:defRPr sz="4000" b="1" i="0">
                <a:solidFill>
                  <a:srgbClr val="CA993D"/>
                </a:solidFill>
                <a:latin typeface="Montserrat SemiBold" pitchFamily="2" charset="77"/>
              </a:defRPr>
            </a:lvl2pPr>
            <a:lvl3pPr>
              <a:defRPr b="1" i="0">
                <a:latin typeface="Montserrat SemiBold" pitchFamily="2" charset="77"/>
              </a:defRPr>
            </a:lvl3pPr>
            <a:lvl4pPr>
              <a:defRPr b="1" i="0">
                <a:latin typeface="Montserrat SemiBold" pitchFamily="2" charset="77"/>
              </a:defRPr>
            </a:lvl4pPr>
            <a:lvl5pPr>
              <a:defRPr b="1" i="0"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Insert Title</a:t>
            </a:r>
          </a:p>
          <a:p>
            <a:pPr lvl="0"/>
            <a:r>
              <a:rPr lang="en-US" dirty="0"/>
              <a:t>Here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5CEE1FE-3DAD-3F69-12FD-55886851707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14787" y="3387744"/>
            <a:ext cx="3832510" cy="1280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15CCAD5D-DB08-BD14-B73F-F426C58B5D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25920" y="5460112"/>
            <a:ext cx="1709271" cy="88255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3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CFC6933E-EAE5-55F7-9740-37D95295EB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82712" y="5460112"/>
            <a:ext cx="1709271" cy="88255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3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 sz="900" b="0" i="0"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C389F506-2BED-A13A-0F3A-A3F3B104431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596703" y="2411919"/>
            <a:ext cx="2067984" cy="66515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3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 sz="9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6056479-24FF-46E2-F070-EC8DF3B698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596703" y="3718462"/>
            <a:ext cx="2067984" cy="66515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3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 sz="9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9D0D90D2-640E-8EE5-9359-0BF681C705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96703" y="5025006"/>
            <a:ext cx="2067984" cy="66515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3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 sz="9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900" b="0" i="0">
                <a:latin typeface="Montserrat" pitchFamily="2" charset="77"/>
              </a:defRPr>
            </a:lvl2pPr>
            <a:lvl3pPr>
              <a:defRPr sz="900" b="0" i="0">
                <a:latin typeface="Montserrat" pitchFamily="2" charset="77"/>
              </a:defRPr>
            </a:lvl3pPr>
            <a:lvl4pPr>
              <a:defRPr sz="900" b="0" i="0">
                <a:latin typeface="Montserrat" pitchFamily="2" charset="77"/>
              </a:defRPr>
            </a:lvl4pPr>
            <a:lvl5pPr>
              <a:defRPr sz="900" b="0" i="0">
                <a:latin typeface="Montserrat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378E6D42-5A89-C352-90D3-2653688CD1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6703" y="1945556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914E3CB3-CD41-6294-FAF0-3FA10B77BC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96703" y="3282820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61B2DAAD-DA8F-AE57-D68E-2E389DA4DF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96703" y="4589364"/>
            <a:ext cx="1090510" cy="3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Montserrat Medium" pitchFamily="2" charset="77"/>
              </a:defRPr>
            </a:lvl1pPr>
            <a:lvl2pPr>
              <a:defRPr sz="1400" b="0" i="0">
                <a:latin typeface="Montserrat Medium" pitchFamily="2" charset="77"/>
              </a:defRPr>
            </a:lvl2pPr>
            <a:lvl3pPr>
              <a:defRPr sz="1400" b="0" i="0">
                <a:latin typeface="Montserrat Medium" pitchFamily="2" charset="77"/>
              </a:defRPr>
            </a:lvl3pPr>
            <a:lvl4pPr>
              <a:defRPr sz="1400" b="0" i="0">
                <a:latin typeface="Montserrat Medium" pitchFamily="2" charset="77"/>
              </a:defRPr>
            </a:lvl4pPr>
            <a:lvl5pPr>
              <a:defRPr sz="1400" b="0" i="0">
                <a:latin typeface="Montserrat Medium" pitchFamily="2" charset="77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71794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31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B780DE-928F-C348-1F97-159286D20FC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51255" y="1358358"/>
            <a:ext cx="2121760" cy="28362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ID" dirty="0"/>
              <a:t>Image Placeholder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1FED1AF-BEB0-990F-91A5-04D3BAB700D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63085" y="1358358"/>
            <a:ext cx="2121760" cy="28362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ID" dirty="0"/>
              <a:t>Image Placeholder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B3072EB-0FBC-850C-35FC-BA0676C5408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374915" y="1358357"/>
            <a:ext cx="2121760" cy="28362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ID" dirty="0"/>
              <a:t>Image Placeholder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22748-83A1-FBCD-31E6-D19D564F7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055153"/>
                </a:solidFill>
                <a:latin typeface="Albert Sans Light" pitchFamily="2" charset="0"/>
              </a:defRPr>
            </a:lvl1pPr>
          </a:lstStyle>
          <a:p>
            <a:fld id="{BDF03555-31F2-4881-A7EB-8E25D2854378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20141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E906FBB-882D-FD48-9D44-0F0B430F9B8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71066" y="1665742"/>
            <a:ext cx="6620934" cy="42507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ID" dirty="0"/>
              <a:t>Image Placeholder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635D02-F6DF-B9C5-86CD-0AEFAADF7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055153"/>
                </a:solidFill>
                <a:latin typeface="Albert Sans Light" pitchFamily="2" charset="0"/>
              </a:defRPr>
            </a:lvl1pPr>
          </a:lstStyle>
          <a:p>
            <a:fld id="{BDF03555-31F2-4881-A7EB-8E25D2854378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6637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04102-3356-9512-3C6D-F9A042D1D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055153"/>
                </a:solidFill>
                <a:latin typeface="Albert Sans Light" pitchFamily="2" charset="0"/>
              </a:defRPr>
            </a:lvl1pPr>
          </a:lstStyle>
          <a:p>
            <a:fld id="{BDF03555-31F2-4881-A7EB-8E25D2854378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3060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18D3A42-2AE1-7304-E4E2-03FBCFB74DD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114408" y="0"/>
            <a:ext cx="1038226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ID" dirty="0"/>
              <a:t>Image Placeholder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7501A8-262D-8544-3474-F09C994B7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055153"/>
                </a:solidFill>
                <a:latin typeface="Albert Sans Light" pitchFamily="2" charset="0"/>
              </a:defRPr>
            </a:lvl1pPr>
          </a:lstStyle>
          <a:p>
            <a:fld id="{BDF03555-31F2-4881-A7EB-8E25D2854378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224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939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9" r:id="rId9"/>
    <p:sldLayoutId id="2147483660" r:id="rId10"/>
    <p:sldLayoutId id="2147483663" r:id="rId11"/>
    <p:sldLayoutId id="2147483665" r:id="rId12"/>
    <p:sldLayoutId id="214748366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6CC957-BD16-0507-BCC1-16B8BB8769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F70FD5-360F-8458-E17B-A88AF2EEA4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r="14271" b="17285"/>
          <a:stretch>
            <a:fillRect/>
          </a:stretch>
        </p:blipFill>
        <p:spPr>
          <a:xfrm>
            <a:off x="4922594" y="0"/>
            <a:ext cx="7269406" cy="68580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644974-0773-43CA-0435-FD64497BAC52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F47BF3-79C9-226C-A413-C9D3A115A7B3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41CE04-50FD-AD00-9028-6197D24E7B91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E1DE55-5D73-BB4B-0B8E-C00778303930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pic>
        <p:nvPicPr>
          <p:cNvPr id="20" name="Picture 19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456433CC-0A0B-57A5-B6B8-7B9ABF353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5" t="19702" r="11109" b="6159"/>
          <a:stretch>
            <a:fillRect/>
          </a:stretch>
        </p:blipFill>
        <p:spPr>
          <a:xfrm>
            <a:off x="924444" y="2080082"/>
            <a:ext cx="8763511" cy="249327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732DCFA-2588-3485-6520-3FD6EC368E66}"/>
              </a:ext>
            </a:extLst>
          </p:cNvPr>
          <p:cNvSpPr txBox="1"/>
          <p:nvPr/>
        </p:nvSpPr>
        <p:spPr>
          <a:xfrm>
            <a:off x="1102816" y="4531330"/>
            <a:ext cx="2470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ontserrat SemiBold" pitchFamily="2" charset="77"/>
                <a:cs typeface="Poppins" panose="00000500000000000000" pitchFamily="2" charset="0"/>
              </a:rPr>
              <a:t>Insert Title Here</a:t>
            </a:r>
            <a:endParaRPr lang="en-ID" b="1" dirty="0">
              <a:solidFill>
                <a:schemeClr val="bg1"/>
              </a:solidFill>
              <a:latin typeface="Montserrat SemiBold" pitchFamily="2" charset="77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1D6C0-2523-DC99-3461-0108AEB7CFF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096001" y="0"/>
            <a:ext cx="6095999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0AFE5C-4242-2150-6555-127BBAB360BB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145CE0-4C98-B8C6-1131-70B0C32F8AFA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D1ED564-9D0C-1B15-91D0-F87D853DDE07}"/>
              </a:ext>
            </a:extLst>
          </p:cNvPr>
          <p:cNvSpPr txBox="1"/>
          <p:nvPr/>
        </p:nvSpPr>
        <p:spPr>
          <a:xfrm>
            <a:off x="1060180" y="1533692"/>
            <a:ext cx="40027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14D4D"/>
                </a:solidFill>
                <a:latin typeface="Montserrat SemiBold" pitchFamily="2" charset="77"/>
                <a:cs typeface="Poppins" panose="00000500000000000000" pitchFamily="50" charset="0"/>
              </a:rPr>
              <a:t>Insert Title</a:t>
            </a:r>
          </a:p>
          <a:p>
            <a:r>
              <a:rPr lang="en-US" sz="4000" b="1" dirty="0">
                <a:solidFill>
                  <a:srgbClr val="CA993D"/>
                </a:solidFill>
                <a:latin typeface="Montserrat SemiBold" pitchFamily="2" charset="77"/>
                <a:cs typeface="Poppins" panose="00000500000000000000" pitchFamily="50" charset="0"/>
              </a:rPr>
              <a:t>Here</a:t>
            </a:r>
            <a:endParaRPr lang="en-ID" sz="4000" b="1" dirty="0">
              <a:solidFill>
                <a:srgbClr val="CA993D"/>
              </a:solidFill>
              <a:latin typeface="Montserrat SemiBold" pitchFamily="2" charset="77"/>
              <a:cs typeface="Poppins" panose="00000500000000000000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52F60-888C-9D95-08AE-B4B2402554A0}"/>
              </a:ext>
            </a:extLst>
          </p:cNvPr>
          <p:cNvSpPr txBox="1"/>
          <p:nvPr/>
        </p:nvSpPr>
        <p:spPr>
          <a:xfrm>
            <a:off x="1098682" y="3167772"/>
            <a:ext cx="4002708" cy="882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libero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Morbi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orci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dui,galang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viverra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dignissim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35FF2-E7AC-A199-1A47-BB95C8097FB1}"/>
              </a:ext>
            </a:extLst>
          </p:cNvPr>
          <p:cNvSpPr txBox="1"/>
          <p:nvPr/>
        </p:nvSpPr>
        <p:spPr>
          <a:xfrm>
            <a:off x="1341114" y="4855393"/>
            <a:ext cx="1990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Montserrat SemiBold" pitchFamily="2" charset="77"/>
                <a:cs typeface="Poppins" panose="00000500000000000000" pitchFamily="2" charset="0"/>
              </a:rPr>
              <a:t>Header</a:t>
            </a:r>
            <a:endParaRPr lang="en-ID" sz="1200" b="1" dirty="0">
              <a:solidFill>
                <a:schemeClr val="bg2">
                  <a:lumMod val="10000"/>
                </a:schemeClr>
              </a:solidFill>
              <a:latin typeface="Montserrat SemiBold" pitchFamily="2" charset="77"/>
              <a:cs typeface="Poppins" panose="00000500000000000000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B7BAD0-6797-6375-7000-5564BB2B5A0F}"/>
              </a:ext>
            </a:extLst>
          </p:cNvPr>
          <p:cNvSpPr/>
          <p:nvPr/>
        </p:nvSpPr>
        <p:spPr>
          <a:xfrm>
            <a:off x="1098682" y="4694403"/>
            <a:ext cx="3117183" cy="1236590"/>
          </a:xfrm>
          <a:prstGeom prst="roundRect">
            <a:avLst>
              <a:gd name="adj" fmla="val 5119"/>
            </a:avLst>
          </a:prstGeom>
          <a:noFill/>
          <a:ln>
            <a:solidFill>
              <a:srgbClr val="314D4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B919F3-FAF7-9993-CE16-D9498DA16FB0}"/>
              </a:ext>
            </a:extLst>
          </p:cNvPr>
          <p:cNvSpPr txBox="1"/>
          <p:nvPr/>
        </p:nvSpPr>
        <p:spPr>
          <a:xfrm>
            <a:off x="1348011" y="5163170"/>
            <a:ext cx="2698410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Kakai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22E7AF-BCCF-75F5-43E0-9179D935B7A5}"/>
              </a:ext>
            </a:extLst>
          </p:cNvPr>
          <p:cNvSpPr/>
          <p:nvPr/>
        </p:nvSpPr>
        <p:spPr>
          <a:xfrm>
            <a:off x="4444935" y="4697318"/>
            <a:ext cx="3117183" cy="1236590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solidFill>
              <a:srgbClr val="314D4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A203932-A0FA-9667-2FEE-2F44BB7C5242}"/>
              </a:ext>
            </a:extLst>
          </p:cNvPr>
          <p:cNvSpPr/>
          <p:nvPr/>
        </p:nvSpPr>
        <p:spPr>
          <a:xfrm>
            <a:off x="7791188" y="4694403"/>
            <a:ext cx="3117183" cy="1236590"/>
          </a:xfrm>
          <a:prstGeom prst="roundRect">
            <a:avLst>
              <a:gd name="adj" fmla="val 5119"/>
            </a:avLst>
          </a:prstGeom>
          <a:solidFill>
            <a:srgbClr val="314D4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88593A-EABC-6C01-7C43-D396D68E67D3}"/>
              </a:ext>
            </a:extLst>
          </p:cNvPr>
          <p:cNvSpPr txBox="1"/>
          <p:nvPr/>
        </p:nvSpPr>
        <p:spPr>
          <a:xfrm>
            <a:off x="8033619" y="4855393"/>
            <a:ext cx="1761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Montserrat SemiBold" pitchFamily="2" charset="77"/>
                <a:cs typeface="Poppins" panose="00000500000000000000" pitchFamily="2" charset="0"/>
              </a:rPr>
              <a:t>Header</a:t>
            </a:r>
            <a:endParaRPr lang="en-ID" sz="1200" b="1" dirty="0">
              <a:solidFill>
                <a:schemeClr val="bg1"/>
              </a:solidFill>
              <a:latin typeface="Montserrat SemiBold" pitchFamily="2" charset="77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711E49-FB08-2DB1-93B6-97A3B3E23D11}"/>
              </a:ext>
            </a:extLst>
          </p:cNvPr>
          <p:cNvSpPr txBox="1"/>
          <p:nvPr/>
        </p:nvSpPr>
        <p:spPr>
          <a:xfrm>
            <a:off x="8040517" y="5163170"/>
            <a:ext cx="2698410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loei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Kakai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solidFill>
                <a:schemeClr val="bg1"/>
              </a:solidFill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E300C9-20E3-4598-75A7-0CDC2C9ACEAB}"/>
              </a:ext>
            </a:extLst>
          </p:cNvPr>
          <p:cNvSpPr txBox="1"/>
          <p:nvPr/>
        </p:nvSpPr>
        <p:spPr>
          <a:xfrm>
            <a:off x="4687366" y="4858308"/>
            <a:ext cx="1761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Montserrat SemiBold" pitchFamily="2" charset="77"/>
                <a:cs typeface="Poppins" panose="00000500000000000000" pitchFamily="2" charset="0"/>
              </a:rPr>
              <a:t>Header</a:t>
            </a:r>
            <a:endParaRPr lang="en-ID" sz="1200" b="1" dirty="0">
              <a:solidFill>
                <a:schemeClr val="bg2">
                  <a:lumMod val="10000"/>
                </a:schemeClr>
              </a:solidFill>
              <a:latin typeface="Montserrat SemiBold" pitchFamily="2" charset="77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F39A21-E82B-2BFB-DD0F-4151B059518C}"/>
              </a:ext>
            </a:extLst>
          </p:cNvPr>
          <p:cNvSpPr txBox="1"/>
          <p:nvPr/>
        </p:nvSpPr>
        <p:spPr>
          <a:xfrm>
            <a:off x="4694264" y="5166085"/>
            <a:ext cx="2698410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Kakai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0BDA90-3D7E-37CC-7340-4ECB3A9B3CA4}"/>
              </a:ext>
            </a:extLst>
          </p:cNvPr>
          <p:cNvSpPr txBox="1"/>
          <p:nvPr/>
        </p:nvSpPr>
        <p:spPr>
          <a:xfrm>
            <a:off x="1098682" y="1085082"/>
            <a:ext cx="199062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4D4D"/>
                </a:solidFill>
                <a:latin typeface="Montserrat Medium" pitchFamily="2" charset="77"/>
                <a:cs typeface="Poppins" panose="00000500000000000000" pitchFamily="2" charset="0"/>
              </a:rPr>
              <a:t>Header</a:t>
            </a:r>
            <a:endParaRPr lang="en-ID" sz="1200" dirty="0">
              <a:solidFill>
                <a:srgbClr val="314D4D"/>
              </a:solidFill>
              <a:latin typeface="Montserrat Medium" pitchFamily="2" charset="77"/>
              <a:cs typeface="Poppins" panose="00000500000000000000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943CE-16CB-F5A8-0F34-D902675FED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2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pic>
        <p:nvPicPr>
          <p:cNvPr id="5" name="Picture 4" descr="A black and green logo&#10;&#10;AI-generated content may be incorrect.">
            <a:extLst>
              <a:ext uri="{FF2B5EF4-FFF2-40B4-BE49-F238E27FC236}">
                <a16:creationId xmlns:a16="http://schemas.microsoft.com/office/drawing/2014/main" id="{9DD6C5F2-523B-EF66-4208-C278D27BD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1D341C-60A1-3965-3289-84490AB58902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00088-D1E8-F99B-550D-6BAE5AD0CC6D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1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1EE006-FEB7-9DA9-8908-6DF0F9F356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4271" b="17285"/>
          <a:stretch>
            <a:fillRect/>
          </a:stretch>
        </p:blipFill>
        <p:spPr>
          <a:xfrm>
            <a:off x="4922594" y="0"/>
            <a:ext cx="7269406" cy="685800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CE4D9D-5990-5610-1908-B660D5D67963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49082D-D8C8-3A2C-42CD-D94B2E378F11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9B2742-EFD1-1F29-562E-2A97119D679A}"/>
              </a:ext>
            </a:extLst>
          </p:cNvPr>
          <p:cNvSpPr txBox="1"/>
          <p:nvPr/>
        </p:nvSpPr>
        <p:spPr>
          <a:xfrm>
            <a:off x="1060181" y="1344915"/>
            <a:ext cx="32662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14D4D"/>
                </a:solidFill>
                <a:latin typeface="Montserrat SemiBold" pitchFamily="2" charset="77"/>
                <a:cs typeface="Poppins" panose="00000500000000000000" pitchFamily="50" charset="0"/>
              </a:rPr>
              <a:t>Meet Our </a:t>
            </a:r>
            <a:r>
              <a:rPr lang="en-US" sz="4000" b="1" dirty="0">
                <a:solidFill>
                  <a:srgbClr val="CA993D"/>
                </a:solidFill>
                <a:latin typeface="Montserrat SemiBold" pitchFamily="2" charset="77"/>
                <a:cs typeface="Poppins" panose="00000500000000000000" pitchFamily="50" charset="0"/>
              </a:rPr>
              <a:t>Team</a:t>
            </a:r>
            <a:endParaRPr lang="en-ID" sz="4000" b="1" dirty="0">
              <a:solidFill>
                <a:srgbClr val="CA993D"/>
              </a:solidFill>
              <a:latin typeface="Montserrat SemiBold" pitchFamily="2" charset="77"/>
              <a:cs typeface="Poppins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03F05C-B298-C22F-2DFF-7F7A2A40E069}"/>
              </a:ext>
            </a:extLst>
          </p:cNvPr>
          <p:cNvSpPr txBox="1"/>
          <p:nvPr/>
        </p:nvSpPr>
        <p:spPr>
          <a:xfrm>
            <a:off x="1098684" y="2987084"/>
            <a:ext cx="3432136" cy="1160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elitak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libero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Morbi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orci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dui,galang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loi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viverra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dignissim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Done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loremwi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doli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gana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bintawng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ren</a:t>
            </a:r>
            <a:endParaRPr lang="en-ID" sz="9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E0270E-BAFB-699A-0488-E7414FA40FA3}"/>
              </a:ext>
            </a:extLst>
          </p:cNvPr>
          <p:cNvSpPr txBox="1"/>
          <p:nvPr/>
        </p:nvSpPr>
        <p:spPr>
          <a:xfrm>
            <a:off x="4821264" y="4494882"/>
            <a:ext cx="198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55153"/>
                </a:solidFill>
                <a:latin typeface="Albert Sans Light" pitchFamily="2" charset="0"/>
                <a:ea typeface="Inter" panose="02000503000000020004" pitchFamily="2" charset="0"/>
              </a:rPr>
              <a:t>First Last</a:t>
            </a:r>
            <a:endParaRPr lang="en-ID" sz="1600" b="1" dirty="0">
              <a:solidFill>
                <a:srgbClr val="055153"/>
              </a:solidFill>
              <a:latin typeface="Albert Sans Light" pitchFamily="2" charset="0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DC4D06-6EAF-7BF5-27BC-CC84544BD323}"/>
              </a:ext>
            </a:extLst>
          </p:cNvPr>
          <p:cNvSpPr txBox="1"/>
          <p:nvPr/>
        </p:nvSpPr>
        <p:spPr>
          <a:xfrm>
            <a:off x="4821264" y="4833436"/>
            <a:ext cx="1981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55153"/>
                </a:solidFill>
                <a:latin typeface="Albert Sans Light" pitchFamily="2" charset="0"/>
                <a:ea typeface="Inter" panose="02000503000000020004" pitchFamily="2" charset="0"/>
              </a:rPr>
              <a:t>Title</a:t>
            </a:r>
            <a:endParaRPr lang="en-ID" sz="1100" dirty="0">
              <a:solidFill>
                <a:srgbClr val="055153"/>
              </a:solidFill>
              <a:latin typeface="Albert Sans Light" pitchFamily="2" charset="0"/>
              <a:ea typeface="Inter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9082-B387-5B82-9A17-E09FB5009B7A}"/>
              </a:ext>
            </a:extLst>
          </p:cNvPr>
          <p:cNvSpPr txBox="1"/>
          <p:nvPr/>
        </p:nvSpPr>
        <p:spPr>
          <a:xfrm>
            <a:off x="7118438" y="4494882"/>
            <a:ext cx="198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55153"/>
                </a:solidFill>
                <a:latin typeface="Albert Sans Light" pitchFamily="2" charset="0"/>
                <a:ea typeface="Inter" panose="02000503000000020004" pitchFamily="2" charset="0"/>
              </a:rPr>
              <a:t>First Last</a:t>
            </a:r>
            <a:endParaRPr lang="en-ID" sz="1600" b="1" dirty="0">
              <a:solidFill>
                <a:srgbClr val="055153"/>
              </a:solidFill>
              <a:latin typeface="Albert Sans Light" pitchFamily="2" charset="0"/>
              <a:ea typeface="Inter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8546D-DA03-9322-D6D2-658AFBA0087A}"/>
              </a:ext>
            </a:extLst>
          </p:cNvPr>
          <p:cNvSpPr txBox="1"/>
          <p:nvPr/>
        </p:nvSpPr>
        <p:spPr>
          <a:xfrm>
            <a:off x="7118438" y="4833436"/>
            <a:ext cx="1981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55153"/>
                </a:solidFill>
                <a:latin typeface="Albert Sans Light" pitchFamily="2" charset="0"/>
                <a:ea typeface="Inter" panose="02000503000000020004" pitchFamily="2" charset="0"/>
              </a:rPr>
              <a:t>Title</a:t>
            </a:r>
            <a:endParaRPr lang="en-ID" sz="1100" dirty="0">
              <a:solidFill>
                <a:srgbClr val="055153"/>
              </a:solidFill>
              <a:latin typeface="Albert Sans Light" pitchFamily="2" charset="0"/>
              <a:ea typeface="Inter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1FC2D1-BCB2-9433-4EBC-C86C8F33EA95}"/>
              </a:ext>
            </a:extLst>
          </p:cNvPr>
          <p:cNvSpPr txBox="1"/>
          <p:nvPr/>
        </p:nvSpPr>
        <p:spPr>
          <a:xfrm>
            <a:off x="9415612" y="4493908"/>
            <a:ext cx="198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55153"/>
                </a:solidFill>
                <a:latin typeface="Albert Sans Light" pitchFamily="2" charset="0"/>
                <a:ea typeface="Inter" panose="02000503000000020004" pitchFamily="2" charset="0"/>
              </a:rPr>
              <a:t>First Last</a:t>
            </a:r>
            <a:endParaRPr lang="en-ID" sz="1600" b="1" dirty="0">
              <a:solidFill>
                <a:srgbClr val="055153"/>
              </a:solidFill>
              <a:latin typeface="Albert Sans Light" pitchFamily="2" charset="0"/>
              <a:ea typeface="Inter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5B4972-2F21-5CAA-DC03-B942E08C9C10}"/>
              </a:ext>
            </a:extLst>
          </p:cNvPr>
          <p:cNvSpPr txBox="1"/>
          <p:nvPr/>
        </p:nvSpPr>
        <p:spPr>
          <a:xfrm>
            <a:off x="9415612" y="4832462"/>
            <a:ext cx="1981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55153"/>
                </a:solidFill>
                <a:latin typeface="Albert Sans Light" pitchFamily="2" charset="0"/>
                <a:ea typeface="Inter" panose="02000503000000020004" pitchFamily="2" charset="0"/>
              </a:rPr>
              <a:t>Title</a:t>
            </a:r>
            <a:endParaRPr lang="en-ID" sz="1100" dirty="0">
              <a:solidFill>
                <a:srgbClr val="055153"/>
              </a:solidFill>
              <a:latin typeface="Albert Sans Light" pitchFamily="2" charset="0"/>
              <a:ea typeface="Inter" panose="02000503000000020004" pitchFamily="2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A0ED823-EFC2-866B-416B-D6556FFB3F63}"/>
              </a:ext>
            </a:extLst>
          </p:cNvPr>
          <p:cNvSpPr/>
          <p:nvPr/>
        </p:nvSpPr>
        <p:spPr>
          <a:xfrm>
            <a:off x="1123232" y="4715996"/>
            <a:ext cx="3203231" cy="1521292"/>
          </a:xfrm>
          <a:prstGeom prst="roundRect">
            <a:avLst>
              <a:gd name="adj" fmla="val 4811"/>
            </a:avLst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E895A0-6D38-1AAC-F960-4F1356D66BA3}"/>
              </a:ext>
            </a:extLst>
          </p:cNvPr>
          <p:cNvSpPr txBox="1"/>
          <p:nvPr/>
        </p:nvSpPr>
        <p:spPr>
          <a:xfrm>
            <a:off x="1338142" y="5385999"/>
            <a:ext cx="2751257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pellesqueai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elilai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gini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ornareea</a:t>
            </a:r>
            <a:endParaRPr lang="en-ID" sz="9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B5261C-00AF-CE88-D8B4-4EED651FFB5A}"/>
              </a:ext>
            </a:extLst>
          </p:cNvPr>
          <p:cNvSpPr txBox="1"/>
          <p:nvPr/>
        </p:nvSpPr>
        <p:spPr>
          <a:xfrm>
            <a:off x="1358799" y="5013615"/>
            <a:ext cx="1327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lbert Sans Light" pitchFamily="2" charset="0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chemeClr val="bg1"/>
              </a:solidFill>
              <a:latin typeface="Albert Sans Light" pitchFamily="2" charset="0"/>
              <a:ea typeface="Inter" panose="02000503000000020004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06D8A-7A84-725E-0BB8-B72F17108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F03555-31F2-4881-A7EB-8E25D2854378}" type="slidenum">
              <a:rPr lang="en-ID" b="1" smtClean="0">
                <a:latin typeface="Montserrat SemiBold" pitchFamily="2" charset="77"/>
              </a:rPr>
              <a:pPr/>
              <a:t>3</a:t>
            </a:fld>
            <a:endParaRPr lang="en-ID" b="1" dirty="0">
              <a:latin typeface="Montserrat SemiBold" pitchFamily="2" charset="77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3D7874C-2D33-6A4E-0432-AAD116BA3A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9EEFD69-19BF-368A-B4EE-EF79508285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9147CEC-0940-4693-9912-5EF35723B7C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black and green logo&#10;&#10;AI-generated content may be incorrect.">
            <a:extLst>
              <a:ext uri="{FF2B5EF4-FFF2-40B4-BE49-F238E27FC236}">
                <a16:creationId xmlns:a16="http://schemas.microsoft.com/office/drawing/2014/main" id="{7B4EFB76-A952-E028-06E7-CEA9C1269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365B68-7CFB-B416-3F66-CFC827BCE63F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083B2-AAC6-B2EB-87DA-6D732B008DEB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49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0F6D48-D1BA-FF96-C341-91526645D2F9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066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744A88-007F-5CAB-41CE-C927A403CA40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DB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7708CC-BBC9-A6F3-1534-F05B0AA4D4C4}"/>
              </a:ext>
            </a:extLst>
          </p:cNvPr>
          <p:cNvSpPr txBox="1"/>
          <p:nvPr/>
        </p:nvSpPr>
        <p:spPr>
          <a:xfrm>
            <a:off x="1060180" y="785590"/>
            <a:ext cx="40027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14D4D"/>
                </a:solidFill>
                <a:latin typeface="Montserrat SemiBold" pitchFamily="2" charset="77"/>
                <a:cs typeface="Poppins" panose="00000500000000000000" pitchFamily="50" charset="0"/>
              </a:rPr>
              <a:t>Insert Title</a:t>
            </a:r>
          </a:p>
          <a:p>
            <a:r>
              <a:rPr lang="en-US" sz="4000" b="1" dirty="0">
                <a:solidFill>
                  <a:srgbClr val="CA993D"/>
                </a:solidFill>
                <a:latin typeface="Montserrat SemiBold" pitchFamily="2" charset="77"/>
                <a:cs typeface="Poppins" panose="00000500000000000000" pitchFamily="50" charset="0"/>
              </a:rPr>
              <a:t>Here</a:t>
            </a:r>
            <a:endParaRPr lang="en-ID" sz="4000" b="1" dirty="0">
              <a:solidFill>
                <a:srgbClr val="CA993D"/>
              </a:solidFill>
              <a:latin typeface="Montserrat SemiBold" pitchFamily="2" charset="77"/>
              <a:cs typeface="Poppins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17E0E-6CDD-96B9-1E5A-6E68868FEC43}"/>
              </a:ext>
            </a:extLst>
          </p:cNvPr>
          <p:cNvSpPr txBox="1"/>
          <p:nvPr/>
        </p:nvSpPr>
        <p:spPr>
          <a:xfrm>
            <a:off x="1098681" y="2270526"/>
            <a:ext cx="4969161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faengi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libero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Morbi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orci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dui,galang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D2FD6B-9BD4-14F5-B1CB-09B345972510}"/>
              </a:ext>
            </a:extLst>
          </p:cNvPr>
          <p:cNvSpPr/>
          <p:nvPr/>
        </p:nvSpPr>
        <p:spPr>
          <a:xfrm>
            <a:off x="6833382" y="1632041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solidFill>
              <a:srgbClr val="314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41AA1-0702-FB33-D573-A444AC9F1D3A}"/>
              </a:ext>
            </a:extLst>
          </p:cNvPr>
          <p:cNvSpPr txBox="1"/>
          <p:nvPr/>
        </p:nvSpPr>
        <p:spPr>
          <a:xfrm>
            <a:off x="6870174" y="1655594"/>
            <a:ext cx="377623" cy="400110"/>
          </a:xfrm>
          <a:prstGeom prst="rect">
            <a:avLst/>
          </a:prstGeom>
          <a:solidFill>
            <a:srgbClr val="314D4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Montserrat SemiBold" pitchFamily="2" charset="77"/>
                <a:ea typeface="Inter" panose="02000503000000020004" pitchFamily="2" charset="0"/>
              </a:rPr>
              <a:t>1</a:t>
            </a:r>
            <a:endParaRPr lang="en-ID" sz="2000" b="1" dirty="0">
              <a:solidFill>
                <a:schemeClr val="bg1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0FAA0D-5B9E-33D6-5904-18D446E3BECE}"/>
              </a:ext>
            </a:extLst>
          </p:cNvPr>
          <p:cNvSpPr txBox="1"/>
          <p:nvPr/>
        </p:nvSpPr>
        <p:spPr>
          <a:xfrm>
            <a:off x="7476917" y="1950234"/>
            <a:ext cx="3911673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fang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wali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aeein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goenere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gai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ED5DEA-BDFC-6467-8CD4-CB09A0640E06}"/>
              </a:ext>
            </a:extLst>
          </p:cNvPr>
          <p:cNvSpPr txBox="1"/>
          <p:nvPr/>
        </p:nvSpPr>
        <p:spPr>
          <a:xfrm>
            <a:off x="7476916" y="1561154"/>
            <a:ext cx="2571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9B9A6B-9552-B5C9-C94B-528CA6099166}"/>
              </a:ext>
            </a:extLst>
          </p:cNvPr>
          <p:cNvSpPr/>
          <p:nvPr/>
        </p:nvSpPr>
        <p:spPr>
          <a:xfrm>
            <a:off x="6833382" y="3421360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FD82C8-2282-6D30-A0BB-8399049FD6ED}"/>
              </a:ext>
            </a:extLst>
          </p:cNvPr>
          <p:cNvSpPr txBox="1"/>
          <p:nvPr/>
        </p:nvSpPr>
        <p:spPr>
          <a:xfrm>
            <a:off x="6870174" y="3435319"/>
            <a:ext cx="377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Montserrat SemiBold" pitchFamily="2" charset="77"/>
                <a:ea typeface="Inter" panose="02000503000000020004" pitchFamily="2" charset="0"/>
              </a:rPr>
              <a:t>2</a:t>
            </a:r>
            <a:endParaRPr lang="en-ID" sz="2000" b="1" dirty="0">
              <a:solidFill>
                <a:schemeClr val="bg1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0692E-2B55-2975-619C-E4BCA046944B}"/>
              </a:ext>
            </a:extLst>
          </p:cNvPr>
          <p:cNvSpPr txBox="1"/>
          <p:nvPr/>
        </p:nvSpPr>
        <p:spPr>
          <a:xfrm>
            <a:off x="7486153" y="3739553"/>
            <a:ext cx="3911673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fang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wali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aeein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goenere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gai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052C66-89A4-BCAC-8209-1F79F20BB5CC}"/>
              </a:ext>
            </a:extLst>
          </p:cNvPr>
          <p:cNvSpPr txBox="1"/>
          <p:nvPr/>
        </p:nvSpPr>
        <p:spPr>
          <a:xfrm>
            <a:off x="7476916" y="3350473"/>
            <a:ext cx="2535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FA8A72-4774-739C-13C4-EB75E018FCA5}"/>
              </a:ext>
            </a:extLst>
          </p:cNvPr>
          <p:cNvSpPr/>
          <p:nvPr/>
        </p:nvSpPr>
        <p:spPr>
          <a:xfrm>
            <a:off x="6833382" y="5119930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D44E36-2AEA-9DB5-6EB7-754FAB54D9D5}"/>
              </a:ext>
            </a:extLst>
          </p:cNvPr>
          <p:cNvSpPr txBox="1"/>
          <p:nvPr/>
        </p:nvSpPr>
        <p:spPr>
          <a:xfrm>
            <a:off x="6870174" y="5147849"/>
            <a:ext cx="377623" cy="400110"/>
          </a:xfrm>
          <a:prstGeom prst="rect">
            <a:avLst/>
          </a:prstGeom>
          <a:solidFill>
            <a:srgbClr val="314D4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Montserrat SemiBold" pitchFamily="2" charset="77"/>
                <a:ea typeface="Inter" panose="02000503000000020004" pitchFamily="2" charset="0"/>
              </a:rPr>
              <a:t>3</a:t>
            </a:r>
            <a:endParaRPr lang="en-ID" sz="2000" b="1" dirty="0">
              <a:solidFill>
                <a:schemeClr val="bg1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CD7DE4-6953-515D-6FE2-2D52657E1CB0}"/>
              </a:ext>
            </a:extLst>
          </p:cNvPr>
          <p:cNvSpPr txBox="1"/>
          <p:nvPr/>
        </p:nvSpPr>
        <p:spPr>
          <a:xfrm>
            <a:off x="7476917" y="5438123"/>
            <a:ext cx="3911673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fang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wali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aeein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goenere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gai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38D8AC-C091-871F-E58A-F774B7EBB4D2}"/>
              </a:ext>
            </a:extLst>
          </p:cNvPr>
          <p:cNvSpPr txBox="1"/>
          <p:nvPr/>
        </p:nvSpPr>
        <p:spPr>
          <a:xfrm>
            <a:off x="7476916" y="5049043"/>
            <a:ext cx="261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91D4C9-E07E-84B3-83E9-9C046F58B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latin typeface="Montserrat SemiBold" pitchFamily="2" charset="77"/>
              </a:rPr>
              <a:pPr/>
              <a:t>4</a:t>
            </a:fld>
            <a:endParaRPr lang="en-ID" b="1" dirty="0">
              <a:latin typeface="Montserrat SemiBold" pitchFamily="2" charset="77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D19511-E833-F410-A72A-C40897CCFAFE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126838" y="3315854"/>
            <a:ext cx="4969162" cy="29057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and green logo&#10;&#10;AI-generated content may be incorrect.">
            <a:extLst>
              <a:ext uri="{FF2B5EF4-FFF2-40B4-BE49-F238E27FC236}">
                <a16:creationId xmlns:a16="http://schemas.microsoft.com/office/drawing/2014/main" id="{061767F5-F336-BB02-8265-BA13C37C2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7619F1-3542-F52B-613A-F9C2BEDE408A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7E560-11D1-6ECA-165B-E00317B3D465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94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F5275E-870B-335D-71FC-E07D87B4CC13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44AB99-EE27-7120-5411-771C789075A9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58A51D-7A69-1161-43B8-F7D9CE51286E}"/>
              </a:ext>
            </a:extLst>
          </p:cNvPr>
          <p:cNvSpPr txBox="1"/>
          <p:nvPr/>
        </p:nvSpPr>
        <p:spPr>
          <a:xfrm>
            <a:off x="7567859" y="1181672"/>
            <a:ext cx="4002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314D4D"/>
                </a:solidFill>
                <a:latin typeface="Montserrat SemiBold" pitchFamily="2" charset="77"/>
                <a:cs typeface="Poppins" panose="00000500000000000000" pitchFamily="50" charset="0"/>
              </a:rPr>
              <a:t>Insert Title Here</a:t>
            </a:r>
            <a:endParaRPr lang="en-ID" sz="3600" b="1" dirty="0">
              <a:solidFill>
                <a:srgbClr val="314D4D"/>
              </a:solidFill>
              <a:latin typeface="Montserrat SemiBold" pitchFamily="2" charset="77"/>
              <a:cs typeface="Poppins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DBB32-7F86-03F9-E247-C6DF10DB7E4D}"/>
              </a:ext>
            </a:extLst>
          </p:cNvPr>
          <p:cNvSpPr txBox="1"/>
          <p:nvPr/>
        </p:nvSpPr>
        <p:spPr>
          <a:xfrm>
            <a:off x="7603252" y="2685341"/>
            <a:ext cx="3812894" cy="143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jane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salanfg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elitae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libe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gin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Morbi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orciaea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kungku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bitnag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fonger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kanai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kita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bisa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emre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417DFA-051B-AE9B-52F3-F68E7F7FD11E}"/>
              </a:ext>
            </a:extLst>
          </p:cNvPr>
          <p:cNvSpPr/>
          <p:nvPr/>
        </p:nvSpPr>
        <p:spPr>
          <a:xfrm>
            <a:off x="7603252" y="4804800"/>
            <a:ext cx="451209" cy="451209"/>
          </a:xfrm>
          <a:prstGeom prst="roundRect">
            <a:avLst/>
          </a:prstGeom>
          <a:solidFill>
            <a:srgbClr val="31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2A489A-3A59-8C7F-7325-221B38211884}"/>
              </a:ext>
            </a:extLst>
          </p:cNvPr>
          <p:cNvSpPr txBox="1"/>
          <p:nvPr/>
        </p:nvSpPr>
        <p:spPr>
          <a:xfrm>
            <a:off x="7640044" y="4828353"/>
            <a:ext cx="377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Montserrat SemiBold" pitchFamily="2" charset="77"/>
                <a:ea typeface="Inter" panose="02000503000000020004" pitchFamily="2" charset="0"/>
              </a:rPr>
              <a:t>1</a:t>
            </a:r>
            <a:endParaRPr lang="en-ID" sz="2000" b="1" dirty="0">
              <a:solidFill>
                <a:schemeClr val="bg1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8A436-B279-4596-79AF-787DD085456B}"/>
              </a:ext>
            </a:extLst>
          </p:cNvPr>
          <p:cNvSpPr txBox="1"/>
          <p:nvPr/>
        </p:nvSpPr>
        <p:spPr>
          <a:xfrm>
            <a:off x="8246787" y="5122993"/>
            <a:ext cx="3169359" cy="882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fang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wali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aeein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goenere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sawi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gai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8A50A-D76E-2DC0-0096-9D301620F1EB}"/>
              </a:ext>
            </a:extLst>
          </p:cNvPr>
          <p:cNvSpPr txBox="1"/>
          <p:nvPr/>
        </p:nvSpPr>
        <p:spPr>
          <a:xfrm>
            <a:off x="8246787" y="4733913"/>
            <a:ext cx="1811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E5F282-4438-2191-6DE8-DABFE527C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281" y="5824028"/>
            <a:ext cx="646176" cy="421259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5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E2F6E8F-1ED1-EB4F-539B-FC121C13D23B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123231" y="1010653"/>
            <a:ext cx="1970087" cy="49961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51867-0B04-B5A1-0E51-859442EAE64A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3093318" y="1010649"/>
            <a:ext cx="1970087" cy="49961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FE2D1B8-8B7C-EEE5-6EA5-077467F68B6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063404" y="1010649"/>
            <a:ext cx="1970087" cy="49961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and green logo&#10;&#10;AI-generated content may be incorrect.">
            <a:extLst>
              <a:ext uri="{FF2B5EF4-FFF2-40B4-BE49-F238E27FC236}">
                <a16:creationId xmlns:a16="http://schemas.microsoft.com/office/drawing/2014/main" id="{49215F2F-0DE9-B957-1D1D-6AD050B56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756CBE-ADB1-20F4-E87D-60BFD3490B30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09EF3-D293-8F85-B93C-639912E0D306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08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EEEA8E-F742-4567-BDF7-3F485B4F86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4271" b="17285"/>
          <a:stretch>
            <a:fillRect/>
          </a:stretch>
        </p:blipFill>
        <p:spPr>
          <a:xfrm>
            <a:off x="4922592" y="0"/>
            <a:ext cx="7269406" cy="6858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EC5499-BB5B-EE70-1331-B2732105FDF2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887345-73B8-59B6-2597-846D8872ADC8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B90CD1-674C-A47C-A912-440B2AF77D65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447CE5-74A1-9246-88FC-3A3589C31CD7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166E53-701F-5F0B-14E3-B51F0E98CB19}"/>
              </a:ext>
            </a:extLst>
          </p:cNvPr>
          <p:cNvSpPr/>
          <p:nvPr/>
        </p:nvSpPr>
        <p:spPr>
          <a:xfrm>
            <a:off x="1192631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B32B3D-E24C-B17D-F8B9-B7B9C2512F97}"/>
              </a:ext>
            </a:extLst>
          </p:cNvPr>
          <p:cNvSpPr/>
          <p:nvPr/>
        </p:nvSpPr>
        <p:spPr>
          <a:xfrm>
            <a:off x="3636865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rgbClr val="CA993D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9B9147-498F-0310-3738-238261520EC4}"/>
              </a:ext>
            </a:extLst>
          </p:cNvPr>
          <p:cNvSpPr/>
          <p:nvPr/>
        </p:nvSpPr>
        <p:spPr>
          <a:xfrm>
            <a:off x="6081099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3DB1A5-3185-1659-D39A-5F575B9A8CB1}"/>
              </a:ext>
            </a:extLst>
          </p:cNvPr>
          <p:cNvSpPr/>
          <p:nvPr/>
        </p:nvSpPr>
        <p:spPr>
          <a:xfrm>
            <a:off x="8557997" y="3706000"/>
            <a:ext cx="2224692" cy="2150595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29FCAC-CD80-C121-65C3-2AC1D5D3E77F}"/>
              </a:ext>
            </a:extLst>
          </p:cNvPr>
          <p:cNvSpPr txBox="1"/>
          <p:nvPr/>
        </p:nvSpPr>
        <p:spPr>
          <a:xfrm>
            <a:off x="1419434" y="4583619"/>
            <a:ext cx="1990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Montserrat Medium" pitchFamily="2" charset="77"/>
                <a:cs typeface="Poppins" panose="00000500000000000000" pitchFamily="2" charset="0"/>
              </a:rPr>
              <a:t>Date</a:t>
            </a:r>
            <a:endParaRPr lang="en-ID" sz="1200" dirty="0">
              <a:solidFill>
                <a:schemeClr val="bg2">
                  <a:lumMod val="10000"/>
                </a:schemeClr>
              </a:solidFill>
              <a:latin typeface="Montserrat Medium" pitchFamily="2" charset="77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4607B-DBA1-ECDE-F200-F2E5687C9B26}"/>
              </a:ext>
            </a:extLst>
          </p:cNvPr>
          <p:cNvSpPr txBox="1"/>
          <p:nvPr/>
        </p:nvSpPr>
        <p:spPr>
          <a:xfrm>
            <a:off x="1426331" y="4891396"/>
            <a:ext cx="2036712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amet,ai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9D881B-FEC7-15C9-F20F-22830C05AA43}"/>
              </a:ext>
            </a:extLst>
          </p:cNvPr>
          <p:cNvSpPr txBox="1"/>
          <p:nvPr/>
        </p:nvSpPr>
        <p:spPr>
          <a:xfrm>
            <a:off x="1419434" y="3917175"/>
            <a:ext cx="1090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66163"/>
                </a:solidFill>
                <a:latin typeface="Montserrat Medium" pitchFamily="2" charset="77"/>
                <a:cs typeface="Poppins" panose="00000500000000000000" pitchFamily="50" charset="0"/>
              </a:rPr>
              <a:t>XX%</a:t>
            </a:r>
            <a:endParaRPr lang="en-ID" sz="2800" dirty="0">
              <a:solidFill>
                <a:srgbClr val="066163"/>
              </a:solidFill>
              <a:latin typeface="Montserrat Medium" pitchFamily="2" charset="77"/>
              <a:cs typeface="Poppins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EAD87B-8718-1043-27D4-885A7F25513A}"/>
              </a:ext>
            </a:extLst>
          </p:cNvPr>
          <p:cNvSpPr txBox="1"/>
          <p:nvPr/>
        </p:nvSpPr>
        <p:spPr>
          <a:xfrm>
            <a:off x="3824845" y="4583619"/>
            <a:ext cx="1990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Montserrat Medium" pitchFamily="2" charset="77"/>
                <a:cs typeface="Poppins" panose="00000500000000000000" pitchFamily="2" charset="0"/>
              </a:rPr>
              <a:t>Date</a:t>
            </a:r>
            <a:endParaRPr lang="en-ID" sz="1200" dirty="0">
              <a:solidFill>
                <a:schemeClr val="bg1"/>
              </a:solidFill>
              <a:latin typeface="Montserrat Medium" pitchFamily="2" charset="77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A8C529-7C54-263F-7DB8-C4AACB94FAC3}"/>
              </a:ext>
            </a:extLst>
          </p:cNvPr>
          <p:cNvSpPr txBox="1"/>
          <p:nvPr/>
        </p:nvSpPr>
        <p:spPr>
          <a:xfrm>
            <a:off x="3831742" y="4891396"/>
            <a:ext cx="2036712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amet,ai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loei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ID" sz="900" dirty="0">
              <a:solidFill>
                <a:schemeClr val="bg1"/>
              </a:solidFill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31DC18-6A8D-1A66-53AF-5F51D42630E8}"/>
              </a:ext>
            </a:extLst>
          </p:cNvPr>
          <p:cNvSpPr txBox="1"/>
          <p:nvPr/>
        </p:nvSpPr>
        <p:spPr>
          <a:xfrm>
            <a:off x="3824845" y="3917175"/>
            <a:ext cx="1090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 Medium" pitchFamily="2" charset="77"/>
                <a:cs typeface="Poppins" panose="00000500000000000000" pitchFamily="50" charset="0"/>
              </a:rPr>
              <a:t>XX%</a:t>
            </a:r>
            <a:endParaRPr lang="en-ID" sz="2800" dirty="0">
              <a:solidFill>
                <a:schemeClr val="bg1"/>
              </a:solidFill>
              <a:latin typeface="Montserrat Medium" pitchFamily="2" charset="77"/>
              <a:cs typeface="Poppins" panose="000005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6BBC90-3027-FF04-F8CA-8897F3FAAE78}"/>
              </a:ext>
            </a:extLst>
          </p:cNvPr>
          <p:cNvSpPr txBox="1"/>
          <p:nvPr/>
        </p:nvSpPr>
        <p:spPr>
          <a:xfrm>
            <a:off x="6290507" y="4583619"/>
            <a:ext cx="1990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Montserrat Medium" pitchFamily="2" charset="77"/>
                <a:cs typeface="Poppins" panose="00000500000000000000" pitchFamily="2" charset="0"/>
              </a:rPr>
              <a:t>Date</a:t>
            </a:r>
            <a:endParaRPr lang="en-ID" sz="1200" dirty="0">
              <a:solidFill>
                <a:schemeClr val="bg2">
                  <a:lumMod val="10000"/>
                </a:schemeClr>
              </a:solidFill>
              <a:latin typeface="Montserrat Medium" pitchFamily="2" charset="77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412D8A-1001-8CF2-88D8-42E6C4AD4D88}"/>
              </a:ext>
            </a:extLst>
          </p:cNvPr>
          <p:cNvSpPr txBox="1"/>
          <p:nvPr/>
        </p:nvSpPr>
        <p:spPr>
          <a:xfrm>
            <a:off x="6297404" y="4891396"/>
            <a:ext cx="2036712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amet,ai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5A32D8-A76C-1F5E-AC2E-478A0EB3C729}"/>
              </a:ext>
            </a:extLst>
          </p:cNvPr>
          <p:cNvSpPr txBox="1"/>
          <p:nvPr/>
        </p:nvSpPr>
        <p:spPr>
          <a:xfrm>
            <a:off x="6290507" y="3917175"/>
            <a:ext cx="1090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66163"/>
                </a:solidFill>
                <a:latin typeface="Montserrat Medium" pitchFamily="2" charset="77"/>
                <a:cs typeface="Poppins" panose="00000500000000000000" pitchFamily="50" charset="0"/>
              </a:rPr>
              <a:t>XX%</a:t>
            </a:r>
            <a:endParaRPr lang="en-ID" sz="2800" dirty="0">
              <a:solidFill>
                <a:srgbClr val="066163"/>
              </a:solidFill>
              <a:latin typeface="Montserrat Medium" pitchFamily="2" charset="77"/>
              <a:cs typeface="Poppins" panose="00000500000000000000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06808A-B041-398D-0D56-C8FB6BB05F8D}"/>
              </a:ext>
            </a:extLst>
          </p:cNvPr>
          <p:cNvSpPr txBox="1"/>
          <p:nvPr/>
        </p:nvSpPr>
        <p:spPr>
          <a:xfrm>
            <a:off x="8754950" y="4583619"/>
            <a:ext cx="1990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Montserrat Medium" pitchFamily="2" charset="77"/>
                <a:cs typeface="Poppins" panose="00000500000000000000" pitchFamily="2" charset="0"/>
              </a:rPr>
              <a:t>Date</a:t>
            </a:r>
            <a:endParaRPr lang="en-ID" sz="1200" dirty="0">
              <a:solidFill>
                <a:schemeClr val="bg2">
                  <a:lumMod val="10000"/>
                </a:schemeClr>
              </a:solidFill>
              <a:latin typeface="Montserrat Medium" pitchFamily="2" charset="77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B696C3-F753-43D4-CCD0-C2976C01D930}"/>
              </a:ext>
            </a:extLst>
          </p:cNvPr>
          <p:cNvSpPr txBox="1"/>
          <p:nvPr/>
        </p:nvSpPr>
        <p:spPr>
          <a:xfrm>
            <a:off x="8761847" y="4891396"/>
            <a:ext cx="2036712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amet,ai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loei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CCCCFF-FDE7-8CE2-7E54-6E6FAA755259}"/>
              </a:ext>
            </a:extLst>
          </p:cNvPr>
          <p:cNvSpPr txBox="1"/>
          <p:nvPr/>
        </p:nvSpPr>
        <p:spPr>
          <a:xfrm>
            <a:off x="8754950" y="3917175"/>
            <a:ext cx="1090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66163"/>
                </a:solidFill>
                <a:latin typeface="Montserrat Medium" pitchFamily="2" charset="77"/>
                <a:cs typeface="Poppins" panose="00000500000000000000" pitchFamily="50" charset="0"/>
              </a:rPr>
              <a:t>XX%</a:t>
            </a:r>
            <a:endParaRPr lang="en-ID" sz="2800" dirty="0">
              <a:solidFill>
                <a:srgbClr val="066163"/>
              </a:solidFill>
              <a:latin typeface="Montserrat Medium" pitchFamily="2" charset="77"/>
              <a:cs typeface="Poppins" panose="00000500000000000000" pitchFamily="50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86047D-670E-6E7C-E0CC-BF7338850736}"/>
              </a:ext>
            </a:extLst>
          </p:cNvPr>
          <p:cNvSpPr txBox="1"/>
          <p:nvPr/>
        </p:nvSpPr>
        <p:spPr>
          <a:xfrm>
            <a:off x="1060180" y="1019440"/>
            <a:ext cx="42145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14D4D"/>
                </a:solidFill>
                <a:latin typeface="Montserrat SemiBold" pitchFamily="2" charset="77"/>
                <a:cs typeface="Poppins" panose="00000500000000000000" pitchFamily="50" charset="0"/>
              </a:rPr>
              <a:t>Insert Title</a:t>
            </a:r>
          </a:p>
          <a:p>
            <a:r>
              <a:rPr lang="en-US" sz="4000" b="1" dirty="0">
                <a:solidFill>
                  <a:srgbClr val="CA993D"/>
                </a:solidFill>
                <a:latin typeface="Montserrat SemiBold" pitchFamily="2" charset="77"/>
                <a:cs typeface="Poppins" panose="00000500000000000000" pitchFamily="50" charset="0"/>
              </a:rPr>
              <a:t>Here</a:t>
            </a:r>
            <a:endParaRPr lang="en-ID" sz="4000" b="1" dirty="0">
              <a:solidFill>
                <a:srgbClr val="CA993D"/>
              </a:solidFill>
              <a:latin typeface="Montserrat SemiBold" pitchFamily="2" charset="77"/>
              <a:cs typeface="Poppins" panose="00000500000000000000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429391-4539-ED9D-AEC0-696F2C278DE1}"/>
              </a:ext>
            </a:extLst>
          </p:cNvPr>
          <p:cNvSpPr txBox="1"/>
          <p:nvPr/>
        </p:nvSpPr>
        <p:spPr>
          <a:xfrm>
            <a:off x="1098682" y="2545168"/>
            <a:ext cx="4565512" cy="882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libero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Morbi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orci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dui,galang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16F041E-9777-7076-D9D2-2E9768FC9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F03555-31F2-4881-A7EB-8E25D2854378}" type="slidenum">
              <a:rPr lang="en-ID" b="1" smtClean="0">
                <a:latin typeface="Montserrat SemiBold" pitchFamily="2" charset="77"/>
              </a:rPr>
              <a:pPr/>
              <a:t>6</a:t>
            </a:fld>
            <a:endParaRPr lang="en-ID" b="1" dirty="0">
              <a:latin typeface="Montserrat SemiBold" pitchFamily="2" charset="77"/>
            </a:endParaRPr>
          </a:p>
        </p:txBody>
      </p:sp>
      <p:pic>
        <p:nvPicPr>
          <p:cNvPr id="35" name="Picture 34" descr="A black and green logo&#10;&#10;AI-generated content may be incorrect.">
            <a:extLst>
              <a:ext uri="{FF2B5EF4-FFF2-40B4-BE49-F238E27FC236}">
                <a16:creationId xmlns:a16="http://schemas.microsoft.com/office/drawing/2014/main" id="{EF444DF1-3EC3-4FB6-B250-0AD4D6BB6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9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F0E94F-84CD-19F3-F9FA-B8F045F66070}"/>
              </a:ext>
            </a:extLst>
          </p:cNvPr>
          <p:cNvSpPr/>
          <p:nvPr/>
        </p:nvSpPr>
        <p:spPr>
          <a:xfrm>
            <a:off x="6974039" y="0"/>
            <a:ext cx="5217961" cy="3608410"/>
          </a:xfrm>
          <a:prstGeom prst="rect">
            <a:avLst/>
          </a:prstGeom>
          <a:solidFill>
            <a:srgbClr val="314D4D"/>
          </a:solidFill>
          <a:ln w="19050">
            <a:solidFill>
              <a:srgbClr val="314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B25C39-A03A-F56C-E125-4BE55FE1E944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01378F-2120-E2FB-ADFB-6157C2485034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05D6F2-10D7-4ACA-D0CF-05BDA40876D1}"/>
              </a:ext>
            </a:extLst>
          </p:cNvPr>
          <p:cNvSpPr txBox="1"/>
          <p:nvPr/>
        </p:nvSpPr>
        <p:spPr>
          <a:xfrm>
            <a:off x="7691497" y="1559940"/>
            <a:ext cx="3952960" cy="143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Pellentesquel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libero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Morbi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orci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dui,galang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viverra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dignissim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ri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Done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loremwi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dolo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fani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ganaeir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endParaRPr lang="en-ID" sz="900" dirty="0">
              <a:solidFill>
                <a:schemeClr val="bg1"/>
              </a:solidFill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C2A49-E6D5-CCE8-E947-9473524A1CDE}"/>
              </a:ext>
            </a:extLst>
          </p:cNvPr>
          <p:cNvSpPr txBox="1"/>
          <p:nvPr/>
        </p:nvSpPr>
        <p:spPr>
          <a:xfrm>
            <a:off x="7691497" y="1089023"/>
            <a:ext cx="2571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chemeClr val="bg1"/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28C7C-B99C-80EC-BC1C-C911CEAF641D}"/>
              </a:ext>
            </a:extLst>
          </p:cNvPr>
          <p:cNvSpPr txBox="1"/>
          <p:nvPr/>
        </p:nvSpPr>
        <p:spPr>
          <a:xfrm>
            <a:off x="1060181" y="3669993"/>
            <a:ext cx="37702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14D4D"/>
                </a:solidFill>
                <a:latin typeface="Montserrat SemiBold" pitchFamily="2" charset="77"/>
                <a:cs typeface="Poppins" panose="00000500000000000000" pitchFamily="50" charset="0"/>
              </a:rPr>
              <a:t>Insert Title</a:t>
            </a:r>
          </a:p>
          <a:p>
            <a:r>
              <a:rPr lang="en-US" sz="4000" b="1" dirty="0">
                <a:solidFill>
                  <a:srgbClr val="CA993D"/>
                </a:solidFill>
                <a:latin typeface="Montserrat SemiBold" pitchFamily="2" charset="77"/>
                <a:cs typeface="Poppins" panose="00000500000000000000" pitchFamily="50" charset="0"/>
              </a:rPr>
              <a:t>Here</a:t>
            </a:r>
            <a:endParaRPr lang="en-ID" sz="4000" b="1" dirty="0">
              <a:solidFill>
                <a:srgbClr val="CA993D"/>
              </a:solidFill>
              <a:latin typeface="Montserrat SemiBold" pitchFamily="2" charset="77"/>
              <a:cs typeface="Poppins" panose="00000500000000000000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1A44B0-6401-9DD2-1303-DA1F6FD4824A}"/>
              </a:ext>
            </a:extLst>
          </p:cNvPr>
          <p:cNvSpPr txBox="1"/>
          <p:nvPr/>
        </p:nvSpPr>
        <p:spPr>
          <a:xfrm>
            <a:off x="1098683" y="5394083"/>
            <a:ext cx="4055205" cy="882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libero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Morbi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orci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dui,galang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viverra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dignissim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5E96A7-F36F-231F-7610-B0308497E89B}"/>
              </a:ext>
            </a:extLst>
          </p:cNvPr>
          <p:cNvSpPr txBox="1"/>
          <p:nvPr/>
        </p:nvSpPr>
        <p:spPr>
          <a:xfrm>
            <a:off x="6096001" y="4393456"/>
            <a:ext cx="2669310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elilai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bintang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prataei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F4FD15-582A-69FE-BD9E-D92C9E9BE670}"/>
              </a:ext>
            </a:extLst>
          </p:cNvPr>
          <p:cNvSpPr txBox="1"/>
          <p:nvPr/>
        </p:nvSpPr>
        <p:spPr>
          <a:xfrm>
            <a:off x="6096001" y="5671082"/>
            <a:ext cx="2669310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elilai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bintang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prataei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663D0D-C8FC-EA7C-176B-F8457B88F531}"/>
              </a:ext>
            </a:extLst>
          </p:cNvPr>
          <p:cNvSpPr txBox="1"/>
          <p:nvPr/>
        </p:nvSpPr>
        <p:spPr>
          <a:xfrm>
            <a:off x="9162510" y="4393456"/>
            <a:ext cx="2669310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elilai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bintang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prataei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4A2C36-87FC-6C1C-52B8-18CFBB783D59}"/>
              </a:ext>
            </a:extLst>
          </p:cNvPr>
          <p:cNvSpPr txBox="1"/>
          <p:nvPr/>
        </p:nvSpPr>
        <p:spPr>
          <a:xfrm>
            <a:off x="9162510" y="5671082"/>
            <a:ext cx="2669310" cy="60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elilai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bintang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prataei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2F21F5-4FC8-4776-A163-ABB166B999AF}"/>
              </a:ext>
            </a:extLst>
          </p:cNvPr>
          <p:cNvSpPr txBox="1"/>
          <p:nvPr/>
        </p:nvSpPr>
        <p:spPr>
          <a:xfrm>
            <a:off x="6096001" y="5273160"/>
            <a:ext cx="2571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14D4D"/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rgbClr val="314D4D"/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16F6CA-2CB1-B1EC-28F2-FB70471C11EE}"/>
              </a:ext>
            </a:extLst>
          </p:cNvPr>
          <p:cNvSpPr txBox="1"/>
          <p:nvPr/>
        </p:nvSpPr>
        <p:spPr>
          <a:xfrm>
            <a:off x="6096000" y="3995534"/>
            <a:ext cx="2571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14D4D"/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rgbClr val="314D4D"/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C36C70-1405-1F2E-850D-96E51FBA690B}"/>
              </a:ext>
            </a:extLst>
          </p:cNvPr>
          <p:cNvSpPr txBox="1"/>
          <p:nvPr/>
        </p:nvSpPr>
        <p:spPr>
          <a:xfrm>
            <a:off x="9162511" y="5271530"/>
            <a:ext cx="2571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14D4D"/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rgbClr val="314D4D"/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B77D84-D91F-6F7D-887D-AE890BC1930B}"/>
              </a:ext>
            </a:extLst>
          </p:cNvPr>
          <p:cNvSpPr txBox="1"/>
          <p:nvPr/>
        </p:nvSpPr>
        <p:spPr>
          <a:xfrm>
            <a:off x="9162510" y="3993904"/>
            <a:ext cx="2571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14D4D"/>
                </a:solidFill>
                <a:latin typeface="Montserrat Medium" pitchFamily="2" charset="77"/>
                <a:ea typeface="Inter" panose="02000503000000020004" pitchFamily="2" charset="0"/>
              </a:rPr>
              <a:t>Header</a:t>
            </a:r>
            <a:endParaRPr lang="en-ID" sz="1600" dirty="0">
              <a:solidFill>
                <a:srgbClr val="314D4D"/>
              </a:solidFill>
              <a:latin typeface="Montserrat Medium" pitchFamily="2" charset="77"/>
              <a:ea typeface="Inter" panose="02000503000000020004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E6A9B-EF71-FDD4-F3A0-319E6FABEF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13281" y="5824028"/>
            <a:ext cx="646176" cy="421259"/>
          </a:xfrm>
          <a:prstGeom prst="rect">
            <a:avLst/>
          </a:prstGeom>
        </p:spPr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7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A7672B9-7E81-9738-56F8-BC29F0D4D1E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060178" y="620712"/>
            <a:ext cx="5913859" cy="24016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8" name="Picture 17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33EEF530-82F4-E9FD-F1D7-D0D59DEE9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40" y="266556"/>
            <a:ext cx="1616496" cy="480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8B7799-6320-10AA-E5FA-650C4A54F213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4D39F-E056-6625-AB07-9AAB2421E82F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3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ack and green logo&#10;&#10;AI-generated content may be incorrect.">
            <a:extLst>
              <a:ext uri="{FF2B5EF4-FFF2-40B4-BE49-F238E27FC236}">
                <a16:creationId xmlns:a16="http://schemas.microsoft.com/office/drawing/2014/main" id="{EA8521FD-5EA2-A576-97CE-D65E2453E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439" y="266557"/>
            <a:ext cx="1616489" cy="480721"/>
          </a:xfrm>
          <a:prstGeom prst="rect">
            <a:avLst/>
          </a:prstGeom>
        </p:spPr>
      </p:pic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601941-A20E-6B2E-DBA1-8581A3AB22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45D6A2-10D7-0F5E-488E-0ECC354CF14B}"/>
              </a:ext>
            </a:extLst>
          </p:cNvPr>
          <p:cNvCxnSpPr>
            <a:cxnSpLocks/>
          </p:cNvCxnSpPr>
          <p:nvPr/>
        </p:nvCxnSpPr>
        <p:spPr>
          <a:xfrm>
            <a:off x="695325" y="620713"/>
            <a:ext cx="0" cy="4095283"/>
          </a:xfrm>
          <a:prstGeom prst="line">
            <a:avLst/>
          </a:prstGeom>
          <a:ln w="19050">
            <a:solidFill>
              <a:srgbClr val="314D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2A7530-3114-D197-1D12-E7721D442FD3}"/>
              </a:ext>
            </a:extLst>
          </p:cNvPr>
          <p:cNvCxnSpPr>
            <a:cxnSpLocks/>
          </p:cNvCxnSpPr>
          <p:nvPr/>
        </p:nvCxnSpPr>
        <p:spPr>
          <a:xfrm>
            <a:off x="695325" y="4715996"/>
            <a:ext cx="0" cy="1521292"/>
          </a:xfrm>
          <a:prstGeom prst="line">
            <a:avLst/>
          </a:prstGeom>
          <a:ln w="19050">
            <a:solidFill>
              <a:srgbClr val="CA9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3DDFC7-2F45-FAD3-1B8C-07DE2FCFFBEE}"/>
              </a:ext>
            </a:extLst>
          </p:cNvPr>
          <p:cNvSpPr/>
          <p:nvPr/>
        </p:nvSpPr>
        <p:spPr>
          <a:xfrm>
            <a:off x="7993425" y="1344976"/>
            <a:ext cx="3217826" cy="4892312"/>
          </a:xfrm>
          <a:prstGeom prst="roundRect">
            <a:avLst>
              <a:gd name="adj" fmla="val 3484"/>
            </a:avLst>
          </a:prstGeom>
          <a:solidFill>
            <a:srgbClr val="CA9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8A079-39D6-FB8F-2C59-0998A2DE327C}"/>
              </a:ext>
            </a:extLst>
          </p:cNvPr>
          <p:cNvSpPr txBox="1"/>
          <p:nvPr/>
        </p:nvSpPr>
        <p:spPr>
          <a:xfrm>
            <a:off x="8500684" y="2316314"/>
            <a:ext cx="2257117" cy="605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loremipsu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malesuada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solidFill>
                <a:schemeClr val="bg1"/>
              </a:solidFill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D3F82-C404-524E-3552-2DEA9D9B5BD6}"/>
              </a:ext>
            </a:extLst>
          </p:cNvPr>
          <p:cNvSpPr txBox="1"/>
          <p:nvPr/>
        </p:nvSpPr>
        <p:spPr>
          <a:xfrm>
            <a:off x="8500684" y="1888726"/>
            <a:ext cx="190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 Medium" pitchFamily="2" charset="77"/>
                <a:ea typeface="Roboto" panose="02000000000000000000" pitchFamily="2" charset="0"/>
                <a:cs typeface="Rubik Medium" pitchFamily="2" charset="-79"/>
              </a:rPr>
              <a:t>Header</a:t>
            </a:r>
            <a:endParaRPr lang="en-ID" sz="1600" dirty="0">
              <a:solidFill>
                <a:schemeClr val="bg1"/>
              </a:solidFill>
              <a:latin typeface="Montserrat Medium" pitchFamily="2" charset="77"/>
              <a:ea typeface="Roboto" panose="02000000000000000000" pitchFamily="2" charset="0"/>
              <a:cs typeface="Rubik Medium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19E5D-5DDE-D008-40B0-EA6DE40E4B0E}"/>
              </a:ext>
            </a:extLst>
          </p:cNvPr>
          <p:cNvSpPr txBox="1"/>
          <p:nvPr/>
        </p:nvSpPr>
        <p:spPr>
          <a:xfrm>
            <a:off x="8500684" y="3691289"/>
            <a:ext cx="2257117" cy="606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loremipsu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malesuada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853ED2-0782-600C-378D-162FCDF95493}"/>
              </a:ext>
            </a:extLst>
          </p:cNvPr>
          <p:cNvSpPr txBox="1"/>
          <p:nvPr/>
        </p:nvSpPr>
        <p:spPr>
          <a:xfrm>
            <a:off x="8500684" y="3263701"/>
            <a:ext cx="190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 Medium" pitchFamily="2" charset="77"/>
                <a:ea typeface="Roboto" panose="02000000000000000000" pitchFamily="2" charset="0"/>
                <a:cs typeface="Rubik Medium" pitchFamily="2" charset="-79"/>
              </a:rPr>
              <a:t>Header</a:t>
            </a:r>
            <a:endParaRPr lang="en-ID" sz="1600" dirty="0">
              <a:solidFill>
                <a:schemeClr val="bg1"/>
              </a:solidFill>
              <a:latin typeface="Montserrat Medium" pitchFamily="2" charset="77"/>
              <a:ea typeface="Roboto" panose="02000000000000000000" pitchFamily="2" charset="0"/>
              <a:cs typeface="Rubik Medium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E55B3F-756C-99F9-59B9-E19AAC6345D5}"/>
              </a:ext>
            </a:extLst>
          </p:cNvPr>
          <p:cNvSpPr txBox="1"/>
          <p:nvPr/>
        </p:nvSpPr>
        <p:spPr>
          <a:xfrm>
            <a:off x="8500684" y="5095433"/>
            <a:ext cx="2257117" cy="606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loremipsu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malesuada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ID" sz="9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4EA05-A7CA-888B-8AE7-46466B218D9F}"/>
              </a:ext>
            </a:extLst>
          </p:cNvPr>
          <p:cNvSpPr txBox="1"/>
          <p:nvPr/>
        </p:nvSpPr>
        <p:spPr>
          <a:xfrm>
            <a:off x="8500684" y="4667845"/>
            <a:ext cx="190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 Medium" pitchFamily="2" charset="77"/>
                <a:ea typeface="Roboto" panose="02000000000000000000" pitchFamily="2" charset="0"/>
                <a:cs typeface="Rubik Medium" pitchFamily="2" charset="-79"/>
              </a:rPr>
              <a:t>Header</a:t>
            </a:r>
            <a:endParaRPr lang="en-ID" sz="1600" dirty="0">
              <a:solidFill>
                <a:schemeClr val="bg1"/>
              </a:solidFill>
              <a:latin typeface="Montserrat Medium" pitchFamily="2" charset="77"/>
              <a:ea typeface="Roboto" panose="02000000000000000000" pitchFamily="2" charset="0"/>
              <a:cs typeface="Rubik Medium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2DA705-FE9E-A8AB-8913-539B0041AAC4}"/>
              </a:ext>
            </a:extLst>
          </p:cNvPr>
          <p:cNvSpPr txBox="1"/>
          <p:nvPr/>
        </p:nvSpPr>
        <p:spPr>
          <a:xfrm>
            <a:off x="1021776" y="1567429"/>
            <a:ext cx="40027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14D4D"/>
                </a:solidFill>
                <a:latin typeface="Montserrat SemiBold" pitchFamily="2" charset="77"/>
                <a:cs typeface="Poppins" panose="00000500000000000000" pitchFamily="50" charset="0"/>
              </a:rPr>
              <a:t>Insert Title</a:t>
            </a:r>
          </a:p>
          <a:p>
            <a:r>
              <a:rPr lang="en-US" sz="4000" b="1" dirty="0">
                <a:solidFill>
                  <a:srgbClr val="CA993D"/>
                </a:solidFill>
                <a:latin typeface="Montserrat SemiBold" pitchFamily="2" charset="77"/>
                <a:cs typeface="Poppins" panose="00000500000000000000" pitchFamily="50" charset="0"/>
              </a:rPr>
              <a:t>Here</a:t>
            </a:r>
            <a:endParaRPr lang="en-ID" sz="4000" b="1" dirty="0">
              <a:solidFill>
                <a:srgbClr val="CA993D"/>
              </a:solidFill>
              <a:latin typeface="Montserrat SemiBold" pitchFamily="2" charset="77"/>
              <a:cs typeface="Poppins" panose="000005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645CF-B091-CD66-71AE-C80C215E13D9}"/>
              </a:ext>
            </a:extLst>
          </p:cNvPr>
          <p:cNvSpPr txBox="1"/>
          <p:nvPr/>
        </p:nvSpPr>
        <p:spPr>
          <a:xfrm>
            <a:off x="1021476" y="3177764"/>
            <a:ext cx="4178738" cy="143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ganaeora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Pellene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malesuadloo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libero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ellentesque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Morbiai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orci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dui,galang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de fermentum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viverra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dignissim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Done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loremwi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dolor site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ganakeap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fermentum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eget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ganai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9D257F-CBE9-DEA7-0EDB-2E058E66EADA}"/>
              </a:ext>
            </a:extLst>
          </p:cNvPr>
          <p:cNvSpPr txBox="1"/>
          <p:nvPr/>
        </p:nvSpPr>
        <p:spPr>
          <a:xfrm>
            <a:off x="1120308" y="5320935"/>
            <a:ext cx="1894169" cy="882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elilai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A7D849-CB7E-E6B1-F745-DBA224982B01}"/>
              </a:ext>
            </a:extLst>
          </p:cNvPr>
          <p:cNvSpPr txBox="1"/>
          <p:nvPr/>
        </p:nvSpPr>
        <p:spPr>
          <a:xfrm>
            <a:off x="3306044" y="5320935"/>
            <a:ext cx="1894169" cy="882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Lorem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ipsu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conse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lectus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ornar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pellesque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vctetur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apiscing</a:t>
            </a:r>
            <a:r>
              <a:rPr lang="en-US" sz="900" dirty="0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900" dirty="0" err="1">
                <a:latin typeface="Montserra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elil</a:t>
            </a:r>
            <a:endParaRPr lang="en-ID" sz="900" dirty="0">
              <a:latin typeface="Montserra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2" name="Graphic 35" descr="Business Growth with solid fill">
            <a:extLst>
              <a:ext uri="{FF2B5EF4-FFF2-40B4-BE49-F238E27FC236}">
                <a16:creationId xmlns:a16="http://schemas.microsoft.com/office/drawing/2014/main" id="{E371322C-0AD6-5B53-68D4-152F9F160E7D}"/>
              </a:ext>
            </a:extLst>
          </p:cNvPr>
          <p:cNvGrpSpPr/>
          <p:nvPr/>
        </p:nvGrpSpPr>
        <p:grpSpPr>
          <a:xfrm>
            <a:off x="1194880" y="4804295"/>
            <a:ext cx="495421" cy="495421"/>
            <a:chOff x="5638800" y="2971800"/>
            <a:chExt cx="914400" cy="914400"/>
          </a:xfrm>
          <a:solidFill>
            <a:srgbClr val="066163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9EF20D8-F8AB-0F81-4F73-B13BDFF0708E}"/>
                </a:ext>
              </a:extLst>
            </p:cNvPr>
            <p:cNvSpPr/>
            <p:nvPr/>
          </p:nvSpPr>
          <p:spPr>
            <a:xfrm>
              <a:off x="5704522" y="3274218"/>
              <a:ext cx="791527" cy="505777"/>
            </a:xfrm>
            <a:custGeom>
              <a:avLst/>
              <a:gdLst>
                <a:gd name="connsiteX0" fmla="*/ 639128 w 791527"/>
                <a:gd name="connsiteY0" fmla="*/ 192405 h 505777"/>
                <a:gd name="connsiteX1" fmla="*/ 735330 w 791527"/>
                <a:gd name="connsiteY1" fmla="*/ 96202 h 505777"/>
                <a:gd name="connsiteX2" fmla="*/ 791528 w 791527"/>
                <a:gd name="connsiteY2" fmla="*/ 152400 h 505777"/>
                <a:gd name="connsiteX3" fmla="*/ 791528 w 791527"/>
                <a:gd name="connsiteY3" fmla="*/ 0 h 505777"/>
                <a:gd name="connsiteX4" fmla="*/ 639128 w 791527"/>
                <a:gd name="connsiteY4" fmla="*/ 0 h 505777"/>
                <a:gd name="connsiteX5" fmla="*/ 695325 w 791527"/>
                <a:gd name="connsiteY5" fmla="*/ 56198 h 505777"/>
                <a:gd name="connsiteX6" fmla="*/ 601028 w 791527"/>
                <a:gd name="connsiteY6" fmla="*/ 150495 h 505777"/>
                <a:gd name="connsiteX7" fmla="*/ 439103 w 791527"/>
                <a:gd name="connsiteY7" fmla="*/ 312420 h 505777"/>
                <a:gd name="connsiteX8" fmla="*/ 296228 w 791527"/>
                <a:gd name="connsiteY8" fmla="*/ 169545 h 505777"/>
                <a:gd name="connsiteX9" fmla="*/ 0 w 791527"/>
                <a:gd name="connsiteY9" fmla="*/ 465773 h 505777"/>
                <a:gd name="connsiteX10" fmla="*/ 40005 w 791527"/>
                <a:gd name="connsiteY10" fmla="*/ 505778 h 505777"/>
                <a:gd name="connsiteX11" fmla="*/ 296228 w 791527"/>
                <a:gd name="connsiteY11" fmla="*/ 249555 h 505777"/>
                <a:gd name="connsiteX12" fmla="*/ 439103 w 791527"/>
                <a:gd name="connsiteY12" fmla="*/ 392430 h 505777"/>
                <a:gd name="connsiteX13" fmla="*/ 639128 w 791527"/>
                <a:gd name="connsiteY13" fmla="*/ 192405 h 50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527" h="505777">
                  <a:moveTo>
                    <a:pt x="639128" y="192405"/>
                  </a:moveTo>
                  <a:lnTo>
                    <a:pt x="735330" y="96202"/>
                  </a:lnTo>
                  <a:lnTo>
                    <a:pt x="791528" y="152400"/>
                  </a:lnTo>
                  <a:lnTo>
                    <a:pt x="791528" y="0"/>
                  </a:lnTo>
                  <a:lnTo>
                    <a:pt x="639128" y="0"/>
                  </a:lnTo>
                  <a:lnTo>
                    <a:pt x="695325" y="56198"/>
                  </a:lnTo>
                  <a:lnTo>
                    <a:pt x="601028" y="150495"/>
                  </a:lnTo>
                  <a:lnTo>
                    <a:pt x="439103" y="312420"/>
                  </a:lnTo>
                  <a:lnTo>
                    <a:pt x="296228" y="169545"/>
                  </a:lnTo>
                  <a:lnTo>
                    <a:pt x="0" y="465773"/>
                  </a:lnTo>
                  <a:lnTo>
                    <a:pt x="40005" y="505778"/>
                  </a:lnTo>
                  <a:lnTo>
                    <a:pt x="296228" y="249555"/>
                  </a:lnTo>
                  <a:lnTo>
                    <a:pt x="439103" y="392430"/>
                  </a:lnTo>
                  <a:lnTo>
                    <a:pt x="639128" y="1924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6CECD46-A870-D0B7-1F42-9CB5BEF4AD83}"/>
                </a:ext>
              </a:extLst>
            </p:cNvPr>
            <p:cNvSpPr/>
            <p:nvPr/>
          </p:nvSpPr>
          <p:spPr>
            <a:xfrm>
              <a:off x="5762625" y="3114675"/>
              <a:ext cx="95250" cy="95250"/>
            </a:xfrm>
            <a:custGeom>
              <a:avLst/>
              <a:gdLst>
                <a:gd name="connsiteX0" fmla="*/ 95250 w 95250"/>
                <a:gd name="connsiteY0" fmla="*/ 47625 h 95250"/>
                <a:gd name="connsiteX1" fmla="*/ 47625 w 95250"/>
                <a:gd name="connsiteY1" fmla="*/ 95250 h 95250"/>
                <a:gd name="connsiteX2" fmla="*/ 0 w 95250"/>
                <a:gd name="connsiteY2" fmla="*/ 47625 h 95250"/>
                <a:gd name="connsiteX3" fmla="*/ 47625 w 95250"/>
                <a:gd name="connsiteY3" fmla="*/ 0 h 95250"/>
                <a:gd name="connsiteX4" fmla="*/ 95250 w 95250"/>
                <a:gd name="connsiteY4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5250" y="47625"/>
                  </a:move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cubicBezTo>
                    <a:pt x="0" y="21322"/>
                    <a:pt x="21322" y="0"/>
                    <a:pt x="47625" y="0"/>
                  </a:cubicBezTo>
                  <a:cubicBezTo>
                    <a:pt x="73928" y="0"/>
                    <a:pt x="95250" y="21322"/>
                    <a:pt x="95250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0157012-C11F-B2B1-D95E-FC70EE310823}"/>
                </a:ext>
              </a:extLst>
            </p:cNvPr>
            <p:cNvSpPr/>
            <p:nvPr/>
          </p:nvSpPr>
          <p:spPr>
            <a:xfrm>
              <a:off x="5696091" y="3219452"/>
              <a:ext cx="604315" cy="408524"/>
            </a:xfrm>
            <a:custGeom>
              <a:avLst/>
              <a:gdLst>
                <a:gd name="connsiteX0" fmla="*/ 572978 w 604315"/>
                <a:gd name="connsiteY0" fmla="*/ 187735 h 408524"/>
                <a:gd name="connsiteX1" fmla="*/ 582503 w 604315"/>
                <a:gd name="connsiteY1" fmla="*/ 178210 h 408524"/>
                <a:gd name="connsiteX2" fmla="*/ 604315 w 604315"/>
                <a:gd name="connsiteY2" fmla="*/ 156398 h 408524"/>
                <a:gd name="connsiteX3" fmla="*/ 577836 w 604315"/>
                <a:gd name="connsiteY3" fmla="*/ 37336 h 408524"/>
                <a:gd name="connsiteX4" fmla="*/ 571359 w 604315"/>
                <a:gd name="connsiteY4" fmla="*/ 26668 h 408524"/>
                <a:gd name="connsiteX5" fmla="*/ 533259 w 604315"/>
                <a:gd name="connsiteY5" fmla="*/ 6379 h 408524"/>
                <a:gd name="connsiteX6" fmla="*/ 456487 w 604315"/>
                <a:gd name="connsiteY6" fmla="*/ 6379 h 408524"/>
                <a:gd name="connsiteX7" fmla="*/ 418387 w 604315"/>
                <a:gd name="connsiteY7" fmla="*/ 26668 h 408524"/>
                <a:gd name="connsiteX8" fmla="*/ 411910 w 604315"/>
                <a:gd name="connsiteY8" fmla="*/ 37336 h 408524"/>
                <a:gd name="connsiteX9" fmla="*/ 399909 w 604315"/>
                <a:gd name="connsiteY9" fmla="*/ 93152 h 408524"/>
                <a:gd name="connsiteX10" fmla="*/ 399909 w 604315"/>
                <a:gd name="connsiteY10" fmla="*/ 93152 h 408524"/>
                <a:gd name="connsiteX11" fmla="*/ 387431 w 604315"/>
                <a:gd name="connsiteY11" fmla="*/ 37336 h 408524"/>
                <a:gd name="connsiteX12" fmla="*/ 380859 w 604315"/>
                <a:gd name="connsiteY12" fmla="*/ 26668 h 408524"/>
                <a:gd name="connsiteX13" fmla="*/ 342759 w 604315"/>
                <a:gd name="connsiteY13" fmla="*/ 6379 h 408524"/>
                <a:gd name="connsiteX14" fmla="*/ 228459 w 604315"/>
                <a:gd name="connsiteY14" fmla="*/ 26668 h 408524"/>
                <a:gd name="connsiteX15" fmla="*/ 221982 w 604315"/>
                <a:gd name="connsiteY15" fmla="*/ 37336 h 408524"/>
                <a:gd name="connsiteX16" fmla="*/ 209409 w 604315"/>
                <a:gd name="connsiteY16" fmla="*/ 91342 h 408524"/>
                <a:gd name="connsiteX17" fmla="*/ 209409 w 604315"/>
                <a:gd name="connsiteY17" fmla="*/ 91342 h 408524"/>
                <a:gd name="connsiteX18" fmla="*/ 197026 w 604315"/>
                <a:gd name="connsiteY18" fmla="*/ 37336 h 408524"/>
                <a:gd name="connsiteX19" fmla="*/ 190359 w 604315"/>
                <a:gd name="connsiteY19" fmla="*/ 26668 h 408524"/>
                <a:gd name="connsiteX20" fmla="*/ 152259 w 604315"/>
                <a:gd name="connsiteY20" fmla="*/ 6379 h 408524"/>
                <a:gd name="connsiteX21" fmla="*/ 75487 w 604315"/>
                <a:gd name="connsiteY21" fmla="*/ 6379 h 408524"/>
                <a:gd name="connsiteX22" fmla="*/ 37387 w 604315"/>
                <a:gd name="connsiteY22" fmla="*/ 26668 h 408524"/>
                <a:gd name="connsiteX23" fmla="*/ 30910 w 604315"/>
                <a:gd name="connsiteY23" fmla="*/ 37336 h 408524"/>
                <a:gd name="connsiteX24" fmla="*/ 621 w 604315"/>
                <a:gd name="connsiteY24" fmla="*/ 175639 h 408524"/>
                <a:gd name="connsiteX25" fmla="*/ 14999 w 604315"/>
                <a:gd name="connsiteY25" fmla="*/ 199844 h 408524"/>
                <a:gd name="connsiteX26" fmla="*/ 15765 w 604315"/>
                <a:gd name="connsiteY26" fmla="*/ 200023 h 408524"/>
                <a:gd name="connsiteX27" fmla="*/ 18909 w 604315"/>
                <a:gd name="connsiteY27" fmla="*/ 200023 h 408524"/>
                <a:gd name="connsiteX28" fmla="*/ 37959 w 604315"/>
                <a:gd name="connsiteY28" fmla="*/ 185068 h 408524"/>
                <a:gd name="connsiteX29" fmla="*/ 66534 w 604315"/>
                <a:gd name="connsiteY29" fmla="*/ 57148 h 408524"/>
                <a:gd name="connsiteX30" fmla="*/ 66534 w 604315"/>
                <a:gd name="connsiteY30" fmla="*/ 57148 h 408524"/>
                <a:gd name="connsiteX31" fmla="*/ 66534 w 604315"/>
                <a:gd name="connsiteY31" fmla="*/ 124775 h 408524"/>
                <a:gd name="connsiteX32" fmla="*/ 37959 w 604315"/>
                <a:gd name="connsiteY32" fmla="*/ 266698 h 408524"/>
                <a:gd name="connsiteX33" fmla="*/ 66534 w 604315"/>
                <a:gd name="connsiteY33" fmla="*/ 266698 h 408524"/>
                <a:gd name="connsiteX34" fmla="*/ 66534 w 604315"/>
                <a:gd name="connsiteY34" fmla="*/ 408525 h 408524"/>
                <a:gd name="connsiteX35" fmla="*/ 104634 w 604315"/>
                <a:gd name="connsiteY35" fmla="*/ 370425 h 408524"/>
                <a:gd name="connsiteX36" fmla="*/ 104634 w 604315"/>
                <a:gd name="connsiteY36" fmla="*/ 266698 h 408524"/>
                <a:gd name="connsiteX37" fmla="*/ 123684 w 604315"/>
                <a:gd name="connsiteY37" fmla="*/ 266698 h 408524"/>
                <a:gd name="connsiteX38" fmla="*/ 123684 w 604315"/>
                <a:gd name="connsiteY38" fmla="*/ 351375 h 408524"/>
                <a:gd name="connsiteX39" fmla="*/ 161784 w 604315"/>
                <a:gd name="connsiteY39" fmla="*/ 313275 h 408524"/>
                <a:gd name="connsiteX40" fmla="*/ 161784 w 604315"/>
                <a:gd name="connsiteY40" fmla="*/ 266698 h 408524"/>
                <a:gd name="connsiteX41" fmla="*/ 190359 w 604315"/>
                <a:gd name="connsiteY41" fmla="*/ 266698 h 408524"/>
                <a:gd name="connsiteX42" fmla="*/ 161784 w 604315"/>
                <a:gd name="connsiteY42" fmla="*/ 124870 h 408524"/>
                <a:gd name="connsiteX43" fmla="*/ 161784 w 604315"/>
                <a:gd name="connsiteY43" fmla="*/ 58195 h 408524"/>
                <a:gd name="connsiteX44" fmla="*/ 161784 w 604315"/>
                <a:gd name="connsiteY44" fmla="*/ 58195 h 408524"/>
                <a:gd name="connsiteX45" fmla="*/ 190359 w 604315"/>
                <a:gd name="connsiteY45" fmla="*/ 182592 h 408524"/>
                <a:gd name="connsiteX46" fmla="*/ 209409 w 604315"/>
                <a:gd name="connsiteY46" fmla="*/ 200023 h 408524"/>
                <a:gd name="connsiteX47" fmla="*/ 209409 w 604315"/>
                <a:gd name="connsiteY47" fmla="*/ 200023 h 408524"/>
                <a:gd name="connsiteX48" fmla="*/ 227887 w 604315"/>
                <a:gd name="connsiteY48" fmla="*/ 185068 h 408524"/>
                <a:gd name="connsiteX49" fmla="*/ 228459 w 604315"/>
                <a:gd name="connsiteY49" fmla="*/ 180973 h 408524"/>
                <a:gd name="connsiteX50" fmla="*/ 256272 w 604315"/>
                <a:gd name="connsiteY50" fmla="*/ 58767 h 408524"/>
                <a:gd name="connsiteX51" fmla="*/ 256272 w 604315"/>
                <a:gd name="connsiteY51" fmla="*/ 58767 h 408524"/>
                <a:gd name="connsiteX52" fmla="*/ 256272 w 604315"/>
                <a:gd name="connsiteY52" fmla="*/ 218501 h 408524"/>
                <a:gd name="connsiteX53" fmla="*/ 277322 w 604315"/>
                <a:gd name="connsiteY53" fmla="*/ 197356 h 408524"/>
                <a:gd name="connsiteX54" fmla="*/ 331204 w 604315"/>
                <a:gd name="connsiteY54" fmla="*/ 197326 h 408524"/>
                <a:gd name="connsiteX55" fmla="*/ 331233 w 604315"/>
                <a:gd name="connsiteY55" fmla="*/ 197356 h 408524"/>
                <a:gd name="connsiteX56" fmla="*/ 352284 w 604315"/>
                <a:gd name="connsiteY56" fmla="*/ 217644 h 408524"/>
                <a:gd name="connsiteX57" fmla="*/ 352284 w 604315"/>
                <a:gd name="connsiteY57" fmla="*/ 58862 h 408524"/>
                <a:gd name="connsiteX58" fmla="*/ 352284 w 604315"/>
                <a:gd name="connsiteY58" fmla="*/ 58862 h 408524"/>
                <a:gd name="connsiteX59" fmla="*/ 380859 w 604315"/>
                <a:gd name="connsiteY59" fmla="*/ 185164 h 408524"/>
                <a:gd name="connsiteX60" fmla="*/ 399909 w 604315"/>
                <a:gd name="connsiteY60" fmla="*/ 200023 h 408524"/>
                <a:gd name="connsiteX61" fmla="*/ 399909 w 604315"/>
                <a:gd name="connsiteY61" fmla="*/ 200023 h 408524"/>
                <a:gd name="connsiteX62" fmla="*/ 418482 w 604315"/>
                <a:gd name="connsiteY62" fmla="*/ 185068 h 408524"/>
                <a:gd name="connsiteX63" fmla="*/ 447057 w 604315"/>
                <a:gd name="connsiteY63" fmla="*/ 58767 h 408524"/>
                <a:gd name="connsiteX64" fmla="*/ 447057 w 604315"/>
                <a:gd name="connsiteY64" fmla="*/ 58767 h 408524"/>
                <a:gd name="connsiteX65" fmla="*/ 447057 w 604315"/>
                <a:gd name="connsiteY65" fmla="*/ 313084 h 408524"/>
                <a:gd name="connsiteX66" fmla="*/ 447057 w 604315"/>
                <a:gd name="connsiteY66" fmla="*/ 313084 h 408524"/>
                <a:gd name="connsiteX67" fmla="*/ 485157 w 604315"/>
                <a:gd name="connsiteY67" fmla="*/ 274984 h 408524"/>
                <a:gd name="connsiteX68" fmla="*/ 485157 w 604315"/>
                <a:gd name="connsiteY68" fmla="*/ 209548 h 408524"/>
                <a:gd name="connsiteX69" fmla="*/ 504207 w 604315"/>
                <a:gd name="connsiteY69" fmla="*/ 209548 h 408524"/>
                <a:gd name="connsiteX70" fmla="*/ 504207 w 604315"/>
                <a:gd name="connsiteY70" fmla="*/ 256315 h 408524"/>
                <a:gd name="connsiteX71" fmla="*/ 542307 w 604315"/>
                <a:gd name="connsiteY71" fmla="*/ 218215 h 408524"/>
                <a:gd name="connsiteX72" fmla="*/ 542307 w 604315"/>
                <a:gd name="connsiteY72" fmla="*/ 58862 h 408524"/>
                <a:gd name="connsiteX73" fmla="*/ 542307 w 604315"/>
                <a:gd name="connsiteY73" fmla="*/ 58862 h 408524"/>
                <a:gd name="connsiteX74" fmla="*/ 572311 w 604315"/>
                <a:gd name="connsiteY74" fmla="*/ 187831 h 40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604315" h="408524">
                  <a:moveTo>
                    <a:pt x="572978" y="187735"/>
                  </a:moveTo>
                  <a:lnTo>
                    <a:pt x="582503" y="178210"/>
                  </a:lnTo>
                  <a:lnTo>
                    <a:pt x="604315" y="156398"/>
                  </a:lnTo>
                  <a:lnTo>
                    <a:pt x="577836" y="37336"/>
                  </a:lnTo>
                  <a:cubicBezTo>
                    <a:pt x="577026" y="33118"/>
                    <a:pt x="574727" y="29332"/>
                    <a:pt x="571359" y="26668"/>
                  </a:cubicBezTo>
                  <a:cubicBezTo>
                    <a:pt x="559951" y="17716"/>
                    <a:pt x="547053" y="10848"/>
                    <a:pt x="533259" y="6379"/>
                  </a:cubicBezTo>
                  <a:cubicBezTo>
                    <a:pt x="508375" y="-2126"/>
                    <a:pt x="481371" y="-2126"/>
                    <a:pt x="456487" y="6379"/>
                  </a:cubicBezTo>
                  <a:cubicBezTo>
                    <a:pt x="442697" y="10859"/>
                    <a:pt x="429801" y="17726"/>
                    <a:pt x="418387" y="26668"/>
                  </a:cubicBezTo>
                  <a:cubicBezTo>
                    <a:pt x="415092" y="29396"/>
                    <a:pt x="412810" y="33153"/>
                    <a:pt x="411910" y="37336"/>
                  </a:cubicBezTo>
                  <a:lnTo>
                    <a:pt x="399909" y="93152"/>
                  </a:lnTo>
                  <a:lnTo>
                    <a:pt x="399909" y="93152"/>
                  </a:lnTo>
                  <a:lnTo>
                    <a:pt x="387431" y="37336"/>
                  </a:lnTo>
                  <a:cubicBezTo>
                    <a:pt x="386557" y="33120"/>
                    <a:pt x="384231" y="29344"/>
                    <a:pt x="380859" y="26668"/>
                  </a:cubicBezTo>
                  <a:cubicBezTo>
                    <a:pt x="369451" y="17716"/>
                    <a:pt x="356553" y="10848"/>
                    <a:pt x="342759" y="6379"/>
                  </a:cubicBezTo>
                  <a:cubicBezTo>
                    <a:pt x="303653" y="-6242"/>
                    <a:pt x="260832" y="1358"/>
                    <a:pt x="228459" y="26668"/>
                  </a:cubicBezTo>
                  <a:cubicBezTo>
                    <a:pt x="225163" y="29396"/>
                    <a:pt x="222882" y="33153"/>
                    <a:pt x="221982" y="37336"/>
                  </a:cubicBezTo>
                  <a:lnTo>
                    <a:pt x="209409" y="91342"/>
                  </a:lnTo>
                  <a:cubicBezTo>
                    <a:pt x="209409" y="91342"/>
                    <a:pt x="209409" y="91342"/>
                    <a:pt x="209409" y="91342"/>
                  </a:cubicBezTo>
                  <a:lnTo>
                    <a:pt x="197026" y="37336"/>
                  </a:lnTo>
                  <a:cubicBezTo>
                    <a:pt x="196076" y="33127"/>
                    <a:pt x="193725" y="29366"/>
                    <a:pt x="190359" y="26668"/>
                  </a:cubicBezTo>
                  <a:cubicBezTo>
                    <a:pt x="178945" y="17726"/>
                    <a:pt x="166049" y="10859"/>
                    <a:pt x="152259" y="6379"/>
                  </a:cubicBezTo>
                  <a:cubicBezTo>
                    <a:pt x="127375" y="-2126"/>
                    <a:pt x="100371" y="-2126"/>
                    <a:pt x="75487" y="6379"/>
                  </a:cubicBezTo>
                  <a:cubicBezTo>
                    <a:pt x="61705" y="10879"/>
                    <a:pt x="48813" y="17745"/>
                    <a:pt x="37387" y="26668"/>
                  </a:cubicBezTo>
                  <a:cubicBezTo>
                    <a:pt x="34091" y="29396"/>
                    <a:pt x="31810" y="33153"/>
                    <a:pt x="30910" y="37336"/>
                  </a:cubicBezTo>
                  <a:lnTo>
                    <a:pt x="621" y="175639"/>
                  </a:lnTo>
                  <a:cubicBezTo>
                    <a:pt x="-2093" y="186293"/>
                    <a:pt x="4344" y="197130"/>
                    <a:pt x="14999" y="199844"/>
                  </a:cubicBezTo>
                  <a:cubicBezTo>
                    <a:pt x="15253" y="199908"/>
                    <a:pt x="15509" y="199968"/>
                    <a:pt x="15765" y="200023"/>
                  </a:cubicBezTo>
                  <a:cubicBezTo>
                    <a:pt x="16811" y="200117"/>
                    <a:pt x="17863" y="200117"/>
                    <a:pt x="18909" y="200023"/>
                  </a:cubicBezTo>
                  <a:cubicBezTo>
                    <a:pt x="28018" y="200235"/>
                    <a:pt x="36002" y="193968"/>
                    <a:pt x="37959" y="185068"/>
                  </a:cubicBezTo>
                  <a:lnTo>
                    <a:pt x="66534" y="57148"/>
                  </a:lnTo>
                  <a:lnTo>
                    <a:pt x="66534" y="57148"/>
                  </a:lnTo>
                  <a:lnTo>
                    <a:pt x="66534" y="124775"/>
                  </a:lnTo>
                  <a:lnTo>
                    <a:pt x="37959" y="266698"/>
                  </a:lnTo>
                  <a:lnTo>
                    <a:pt x="66534" y="266698"/>
                  </a:lnTo>
                  <a:lnTo>
                    <a:pt x="66534" y="408525"/>
                  </a:lnTo>
                  <a:lnTo>
                    <a:pt x="104634" y="370425"/>
                  </a:lnTo>
                  <a:lnTo>
                    <a:pt x="104634" y="266698"/>
                  </a:lnTo>
                  <a:lnTo>
                    <a:pt x="123684" y="266698"/>
                  </a:lnTo>
                  <a:lnTo>
                    <a:pt x="123684" y="351375"/>
                  </a:lnTo>
                  <a:lnTo>
                    <a:pt x="161784" y="313275"/>
                  </a:lnTo>
                  <a:lnTo>
                    <a:pt x="161784" y="266698"/>
                  </a:lnTo>
                  <a:lnTo>
                    <a:pt x="190359" y="266698"/>
                  </a:lnTo>
                  <a:lnTo>
                    <a:pt x="161784" y="124870"/>
                  </a:lnTo>
                  <a:lnTo>
                    <a:pt x="161784" y="58195"/>
                  </a:lnTo>
                  <a:lnTo>
                    <a:pt x="161784" y="58195"/>
                  </a:lnTo>
                  <a:lnTo>
                    <a:pt x="190359" y="182592"/>
                  </a:lnTo>
                  <a:cubicBezTo>
                    <a:pt x="191202" y="192476"/>
                    <a:pt x="199489" y="200059"/>
                    <a:pt x="209409" y="200023"/>
                  </a:cubicBezTo>
                  <a:lnTo>
                    <a:pt x="209409" y="200023"/>
                  </a:lnTo>
                  <a:cubicBezTo>
                    <a:pt x="218304" y="199964"/>
                    <a:pt x="225975" y="193756"/>
                    <a:pt x="227887" y="185068"/>
                  </a:cubicBezTo>
                  <a:lnTo>
                    <a:pt x="228459" y="180973"/>
                  </a:lnTo>
                  <a:lnTo>
                    <a:pt x="256272" y="58767"/>
                  </a:lnTo>
                  <a:cubicBezTo>
                    <a:pt x="256272" y="58767"/>
                    <a:pt x="256272" y="58767"/>
                    <a:pt x="256272" y="58767"/>
                  </a:cubicBezTo>
                  <a:lnTo>
                    <a:pt x="256272" y="218501"/>
                  </a:lnTo>
                  <a:lnTo>
                    <a:pt x="277322" y="197356"/>
                  </a:lnTo>
                  <a:cubicBezTo>
                    <a:pt x="292192" y="182468"/>
                    <a:pt x="316316" y="182455"/>
                    <a:pt x="331204" y="197326"/>
                  </a:cubicBezTo>
                  <a:cubicBezTo>
                    <a:pt x="331213" y="197336"/>
                    <a:pt x="331224" y="197346"/>
                    <a:pt x="331233" y="197356"/>
                  </a:cubicBezTo>
                  <a:lnTo>
                    <a:pt x="352284" y="217644"/>
                  </a:lnTo>
                  <a:lnTo>
                    <a:pt x="352284" y="58862"/>
                  </a:lnTo>
                  <a:cubicBezTo>
                    <a:pt x="352284" y="58862"/>
                    <a:pt x="352284" y="58862"/>
                    <a:pt x="352284" y="58862"/>
                  </a:cubicBezTo>
                  <a:lnTo>
                    <a:pt x="380859" y="185164"/>
                  </a:lnTo>
                  <a:cubicBezTo>
                    <a:pt x="382854" y="194025"/>
                    <a:pt x="390828" y="200245"/>
                    <a:pt x="399909" y="200023"/>
                  </a:cubicBezTo>
                  <a:lnTo>
                    <a:pt x="399909" y="200023"/>
                  </a:lnTo>
                  <a:cubicBezTo>
                    <a:pt x="408840" y="200008"/>
                    <a:pt x="416562" y="193790"/>
                    <a:pt x="418482" y="185068"/>
                  </a:cubicBezTo>
                  <a:lnTo>
                    <a:pt x="447057" y="58767"/>
                  </a:lnTo>
                  <a:cubicBezTo>
                    <a:pt x="447057" y="58767"/>
                    <a:pt x="447057" y="58767"/>
                    <a:pt x="447057" y="58767"/>
                  </a:cubicBezTo>
                  <a:lnTo>
                    <a:pt x="447057" y="313084"/>
                  </a:lnTo>
                  <a:lnTo>
                    <a:pt x="447057" y="313084"/>
                  </a:lnTo>
                  <a:lnTo>
                    <a:pt x="485157" y="274984"/>
                  </a:lnTo>
                  <a:lnTo>
                    <a:pt x="485157" y="209548"/>
                  </a:lnTo>
                  <a:lnTo>
                    <a:pt x="504207" y="209548"/>
                  </a:lnTo>
                  <a:lnTo>
                    <a:pt x="504207" y="256315"/>
                  </a:lnTo>
                  <a:lnTo>
                    <a:pt x="542307" y="218215"/>
                  </a:lnTo>
                  <a:lnTo>
                    <a:pt x="542307" y="58862"/>
                  </a:lnTo>
                  <a:cubicBezTo>
                    <a:pt x="542307" y="58862"/>
                    <a:pt x="542307" y="58862"/>
                    <a:pt x="542307" y="58862"/>
                  </a:cubicBezTo>
                  <a:lnTo>
                    <a:pt x="572311" y="1878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417D6FC-E9D9-6D23-61FF-DE4C8420B68C}"/>
                </a:ext>
              </a:extLst>
            </p:cNvPr>
            <p:cNvSpPr/>
            <p:nvPr/>
          </p:nvSpPr>
          <p:spPr>
            <a:xfrm>
              <a:off x="6143529" y="3114675"/>
              <a:ext cx="95250" cy="95250"/>
            </a:xfrm>
            <a:custGeom>
              <a:avLst/>
              <a:gdLst>
                <a:gd name="connsiteX0" fmla="*/ 95250 w 95250"/>
                <a:gd name="connsiteY0" fmla="*/ 47625 h 95250"/>
                <a:gd name="connsiteX1" fmla="*/ 47625 w 95250"/>
                <a:gd name="connsiteY1" fmla="*/ 95250 h 95250"/>
                <a:gd name="connsiteX2" fmla="*/ 0 w 95250"/>
                <a:gd name="connsiteY2" fmla="*/ 47625 h 95250"/>
                <a:gd name="connsiteX3" fmla="*/ 47625 w 95250"/>
                <a:gd name="connsiteY3" fmla="*/ 0 h 95250"/>
                <a:gd name="connsiteX4" fmla="*/ 95250 w 95250"/>
                <a:gd name="connsiteY4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5250" y="47625"/>
                  </a:move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cubicBezTo>
                    <a:pt x="0" y="21322"/>
                    <a:pt x="21322" y="0"/>
                    <a:pt x="47625" y="0"/>
                  </a:cubicBezTo>
                  <a:cubicBezTo>
                    <a:pt x="73928" y="0"/>
                    <a:pt x="95250" y="21322"/>
                    <a:pt x="95250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4BD4EBF-E177-93DE-72D6-DDCF993737FE}"/>
                </a:ext>
              </a:extLst>
            </p:cNvPr>
            <p:cNvSpPr/>
            <p:nvPr/>
          </p:nvSpPr>
          <p:spPr>
            <a:xfrm>
              <a:off x="5952744" y="3114675"/>
              <a:ext cx="95250" cy="95250"/>
            </a:xfrm>
            <a:custGeom>
              <a:avLst/>
              <a:gdLst>
                <a:gd name="connsiteX0" fmla="*/ 95250 w 95250"/>
                <a:gd name="connsiteY0" fmla="*/ 47625 h 95250"/>
                <a:gd name="connsiteX1" fmla="*/ 47625 w 95250"/>
                <a:gd name="connsiteY1" fmla="*/ 95250 h 95250"/>
                <a:gd name="connsiteX2" fmla="*/ 0 w 95250"/>
                <a:gd name="connsiteY2" fmla="*/ 47625 h 95250"/>
                <a:gd name="connsiteX3" fmla="*/ 47625 w 95250"/>
                <a:gd name="connsiteY3" fmla="*/ 0 h 95250"/>
                <a:gd name="connsiteX4" fmla="*/ 95250 w 95250"/>
                <a:gd name="connsiteY4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5250" y="47625"/>
                  </a:move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cubicBezTo>
                    <a:pt x="0" y="21322"/>
                    <a:pt x="21322" y="0"/>
                    <a:pt x="47625" y="0"/>
                  </a:cubicBezTo>
                  <a:cubicBezTo>
                    <a:pt x="73928" y="0"/>
                    <a:pt x="95250" y="21322"/>
                    <a:pt x="95250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28" name="Graphic 61" descr="Bank with solid fill">
            <a:extLst>
              <a:ext uri="{FF2B5EF4-FFF2-40B4-BE49-F238E27FC236}">
                <a16:creationId xmlns:a16="http://schemas.microsoft.com/office/drawing/2014/main" id="{C4E26E8F-2DB4-1C18-20E8-402715C08978}"/>
              </a:ext>
            </a:extLst>
          </p:cNvPr>
          <p:cNvSpPr/>
          <p:nvPr/>
        </p:nvSpPr>
        <p:spPr>
          <a:xfrm>
            <a:off x="3382475" y="4889334"/>
            <a:ext cx="377236" cy="357381"/>
          </a:xfrm>
          <a:custGeom>
            <a:avLst/>
            <a:gdLst>
              <a:gd name="connsiteX0" fmla="*/ 657225 w 723900"/>
              <a:gd name="connsiteY0" fmla="*/ 600075 h 685800"/>
              <a:gd name="connsiteX1" fmla="*/ 657225 w 723900"/>
              <a:gd name="connsiteY1" fmla="*/ 581025 h 685800"/>
              <a:gd name="connsiteX2" fmla="*/ 619125 w 723900"/>
              <a:gd name="connsiteY2" fmla="*/ 581025 h 685800"/>
              <a:gd name="connsiteX3" fmla="*/ 619125 w 723900"/>
              <a:gd name="connsiteY3" fmla="*/ 257175 h 685800"/>
              <a:gd name="connsiteX4" fmla="*/ 657225 w 723900"/>
              <a:gd name="connsiteY4" fmla="*/ 257175 h 685800"/>
              <a:gd name="connsiteX5" fmla="*/ 657225 w 723900"/>
              <a:gd name="connsiteY5" fmla="*/ 238125 h 685800"/>
              <a:gd name="connsiteX6" fmla="*/ 685800 w 723900"/>
              <a:gd name="connsiteY6" fmla="*/ 238125 h 685800"/>
              <a:gd name="connsiteX7" fmla="*/ 685800 w 723900"/>
              <a:gd name="connsiteY7" fmla="*/ 180975 h 685800"/>
              <a:gd name="connsiteX8" fmla="*/ 657225 w 723900"/>
              <a:gd name="connsiteY8" fmla="*/ 180975 h 685800"/>
              <a:gd name="connsiteX9" fmla="*/ 361950 w 723900"/>
              <a:gd name="connsiteY9" fmla="*/ 0 h 685800"/>
              <a:gd name="connsiteX10" fmla="*/ 66675 w 723900"/>
              <a:gd name="connsiteY10" fmla="*/ 180975 h 685800"/>
              <a:gd name="connsiteX11" fmla="*/ 38100 w 723900"/>
              <a:gd name="connsiteY11" fmla="*/ 180975 h 685800"/>
              <a:gd name="connsiteX12" fmla="*/ 38100 w 723900"/>
              <a:gd name="connsiteY12" fmla="*/ 238125 h 685800"/>
              <a:gd name="connsiteX13" fmla="*/ 66675 w 723900"/>
              <a:gd name="connsiteY13" fmla="*/ 238125 h 685800"/>
              <a:gd name="connsiteX14" fmla="*/ 66675 w 723900"/>
              <a:gd name="connsiteY14" fmla="*/ 257175 h 685800"/>
              <a:gd name="connsiteX15" fmla="*/ 104775 w 723900"/>
              <a:gd name="connsiteY15" fmla="*/ 257175 h 685800"/>
              <a:gd name="connsiteX16" fmla="*/ 104775 w 723900"/>
              <a:gd name="connsiteY16" fmla="*/ 581025 h 685800"/>
              <a:gd name="connsiteX17" fmla="*/ 66675 w 723900"/>
              <a:gd name="connsiteY17" fmla="*/ 581025 h 685800"/>
              <a:gd name="connsiteX18" fmla="*/ 66675 w 723900"/>
              <a:gd name="connsiteY18" fmla="*/ 600075 h 685800"/>
              <a:gd name="connsiteX19" fmla="*/ 0 w 723900"/>
              <a:gd name="connsiteY19" fmla="*/ 647700 h 685800"/>
              <a:gd name="connsiteX20" fmla="*/ 0 w 723900"/>
              <a:gd name="connsiteY20" fmla="*/ 685800 h 685800"/>
              <a:gd name="connsiteX21" fmla="*/ 361950 w 723900"/>
              <a:gd name="connsiteY21" fmla="*/ 685800 h 685800"/>
              <a:gd name="connsiteX22" fmla="*/ 723900 w 723900"/>
              <a:gd name="connsiteY22" fmla="*/ 685800 h 685800"/>
              <a:gd name="connsiteX23" fmla="*/ 723900 w 723900"/>
              <a:gd name="connsiteY23" fmla="*/ 647700 h 685800"/>
              <a:gd name="connsiteX24" fmla="*/ 657225 w 723900"/>
              <a:gd name="connsiteY24" fmla="*/ 600075 h 685800"/>
              <a:gd name="connsiteX25" fmla="*/ 219075 w 723900"/>
              <a:gd name="connsiteY25" fmla="*/ 581025 h 685800"/>
              <a:gd name="connsiteX26" fmla="*/ 161925 w 723900"/>
              <a:gd name="connsiteY26" fmla="*/ 581025 h 685800"/>
              <a:gd name="connsiteX27" fmla="*/ 161925 w 723900"/>
              <a:gd name="connsiteY27" fmla="*/ 257175 h 685800"/>
              <a:gd name="connsiteX28" fmla="*/ 219075 w 723900"/>
              <a:gd name="connsiteY28" fmla="*/ 257175 h 685800"/>
              <a:gd name="connsiteX29" fmla="*/ 219075 w 723900"/>
              <a:gd name="connsiteY29" fmla="*/ 581025 h 685800"/>
              <a:gd name="connsiteX30" fmla="*/ 333375 w 723900"/>
              <a:gd name="connsiteY30" fmla="*/ 581025 h 685800"/>
              <a:gd name="connsiteX31" fmla="*/ 276225 w 723900"/>
              <a:gd name="connsiteY31" fmla="*/ 581025 h 685800"/>
              <a:gd name="connsiteX32" fmla="*/ 276225 w 723900"/>
              <a:gd name="connsiteY32" fmla="*/ 257175 h 685800"/>
              <a:gd name="connsiteX33" fmla="*/ 333375 w 723900"/>
              <a:gd name="connsiteY33" fmla="*/ 257175 h 685800"/>
              <a:gd name="connsiteX34" fmla="*/ 333375 w 723900"/>
              <a:gd name="connsiteY34" fmla="*/ 581025 h 685800"/>
              <a:gd name="connsiteX35" fmla="*/ 352425 w 723900"/>
              <a:gd name="connsiteY35" fmla="*/ 161925 h 685800"/>
              <a:gd name="connsiteX36" fmla="*/ 314325 w 723900"/>
              <a:gd name="connsiteY36" fmla="*/ 123825 h 685800"/>
              <a:gd name="connsiteX37" fmla="*/ 352425 w 723900"/>
              <a:gd name="connsiteY37" fmla="*/ 85725 h 685800"/>
              <a:gd name="connsiteX38" fmla="*/ 390525 w 723900"/>
              <a:gd name="connsiteY38" fmla="*/ 123825 h 685800"/>
              <a:gd name="connsiteX39" fmla="*/ 352425 w 723900"/>
              <a:gd name="connsiteY39" fmla="*/ 161925 h 685800"/>
              <a:gd name="connsiteX40" fmla="*/ 447675 w 723900"/>
              <a:gd name="connsiteY40" fmla="*/ 581025 h 685800"/>
              <a:gd name="connsiteX41" fmla="*/ 390525 w 723900"/>
              <a:gd name="connsiteY41" fmla="*/ 581025 h 685800"/>
              <a:gd name="connsiteX42" fmla="*/ 390525 w 723900"/>
              <a:gd name="connsiteY42" fmla="*/ 257175 h 685800"/>
              <a:gd name="connsiteX43" fmla="*/ 447675 w 723900"/>
              <a:gd name="connsiteY43" fmla="*/ 257175 h 685800"/>
              <a:gd name="connsiteX44" fmla="*/ 447675 w 723900"/>
              <a:gd name="connsiteY44" fmla="*/ 581025 h 685800"/>
              <a:gd name="connsiteX45" fmla="*/ 561975 w 723900"/>
              <a:gd name="connsiteY45" fmla="*/ 581025 h 685800"/>
              <a:gd name="connsiteX46" fmla="*/ 504825 w 723900"/>
              <a:gd name="connsiteY46" fmla="*/ 581025 h 685800"/>
              <a:gd name="connsiteX47" fmla="*/ 504825 w 723900"/>
              <a:gd name="connsiteY47" fmla="*/ 257175 h 685800"/>
              <a:gd name="connsiteX48" fmla="*/ 561975 w 723900"/>
              <a:gd name="connsiteY48" fmla="*/ 257175 h 685800"/>
              <a:gd name="connsiteX49" fmla="*/ 561975 w 723900"/>
              <a:gd name="connsiteY49" fmla="*/ 58102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723900" h="685800">
                <a:moveTo>
                  <a:pt x="657225" y="600075"/>
                </a:moveTo>
                <a:lnTo>
                  <a:pt x="657225" y="581025"/>
                </a:lnTo>
                <a:lnTo>
                  <a:pt x="619125" y="581025"/>
                </a:lnTo>
                <a:lnTo>
                  <a:pt x="619125" y="257175"/>
                </a:lnTo>
                <a:lnTo>
                  <a:pt x="657225" y="257175"/>
                </a:lnTo>
                <a:lnTo>
                  <a:pt x="657225" y="238125"/>
                </a:lnTo>
                <a:lnTo>
                  <a:pt x="685800" y="238125"/>
                </a:lnTo>
                <a:lnTo>
                  <a:pt x="685800" y="180975"/>
                </a:lnTo>
                <a:lnTo>
                  <a:pt x="657225" y="180975"/>
                </a:lnTo>
                <a:lnTo>
                  <a:pt x="361950" y="0"/>
                </a:lnTo>
                <a:lnTo>
                  <a:pt x="66675" y="180975"/>
                </a:lnTo>
                <a:lnTo>
                  <a:pt x="38100" y="180975"/>
                </a:lnTo>
                <a:lnTo>
                  <a:pt x="38100" y="238125"/>
                </a:lnTo>
                <a:lnTo>
                  <a:pt x="66675" y="238125"/>
                </a:lnTo>
                <a:lnTo>
                  <a:pt x="66675" y="257175"/>
                </a:lnTo>
                <a:lnTo>
                  <a:pt x="104775" y="257175"/>
                </a:lnTo>
                <a:lnTo>
                  <a:pt x="104775" y="581025"/>
                </a:lnTo>
                <a:lnTo>
                  <a:pt x="66675" y="581025"/>
                </a:lnTo>
                <a:lnTo>
                  <a:pt x="66675" y="600075"/>
                </a:lnTo>
                <a:lnTo>
                  <a:pt x="0" y="647700"/>
                </a:lnTo>
                <a:lnTo>
                  <a:pt x="0" y="685800"/>
                </a:lnTo>
                <a:lnTo>
                  <a:pt x="361950" y="685800"/>
                </a:lnTo>
                <a:lnTo>
                  <a:pt x="723900" y="685800"/>
                </a:lnTo>
                <a:lnTo>
                  <a:pt x="723900" y="647700"/>
                </a:lnTo>
                <a:lnTo>
                  <a:pt x="657225" y="600075"/>
                </a:lnTo>
                <a:close/>
                <a:moveTo>
                  <a:pt x="219075" y="581025"/>
                </a:moveTo>
                <a:lnTo>
                  <a:pt x="161925" y="581025"/>
                </a:lnTo>
                <a:lnTo>
                  <a:pt x="161925" y="257175"/>
                </a:lnTo>
                <a:lnTo>
                  <a:pt x="219075" y="257175"/>
                </a:lnTo>
                <a:lnTo>
                  <a:pt x="219075" y="581025"/>
                </a:lnTo>
                <a:close/>
                <a:moveTo>
                  <a:pt x="333375" y="581025"/>
                </a:moveTo>
                <a:lnTo>
                  <a:pt x="276225" y="581025"/>
                </a:lnTo>
                <a:lnTo>
                  <a:pt x="276225" y="257175"/>
                </a:lnTo>
                <a:lnTo>
                  <a:pt x="333375" y="257175"/>
                </a:lnTo>
                <a:lnTo>
                  <a:pt x="333375" y="581025"/>
                </a:lnTo>
                <a:close/>
                <a:moveTo>
                  <a:pt x="352425" y="161925"/>
                </a:moveTo>
                <a:cubicBezTo>
                  <a:pt x="331470" y="161925"/>
                  <a:pt x="314325" y="144780"/>
                  <a:pt x="314325" y="123825"/>
                </a:cubicBezTo>
                <a:cubicBezTo>
                  <a:pt x="314325" y="102870"/>
                  <a:pt x="331470" y="85725"/>
                  <a:pt x="352425" y="85725"/>
                </a:cubicBezTo>
                <a:cubicBezTo>
                  <a:pt x="373380" y="85725"/>
                  <a:pt x="390525" y="102870"/>
                  <a:pt x="390525" y="123825"/>
                </a:cubicBezTo>
                <a:cubicBezTo>
                  <a:pt x="390525" y="144780"/>
                  <a:pt x="373380" y="161925"/>
                  <a:pt x="352425" y="161925"/>
                </a:cubicBezTo>
                <a:close/>
                <a:moveTo>
                  <a:pt x="447675" y="581025"/>
                </a:moveTo>
                <a:lnTo>
                  <a:pt x="390525" y="581025"/>
                </a:lnTo>
                <a:lnTo>
                  <a:pt x="390525" y="257175"/>
                </a:lnTo>
                <a:lnTo>
                  <a:pt x="447675" y="257175"/>
                </a:lnTo>
                <a:lnTo>
                  <a:pt x="447675" y="581025"/>
                </a:lnTo>
                <a:close/>
                <a:moveTo>
                  <a:pt x="561975" y="581025"/>
                </a:moveTo>
                <a:lnTo>
                  <a:pt x="504825" y="581025"/>
                </a:lnTo>
                <a:lnTo>
                  <a:pt x="504825" y="257175"/>
                </a:lnTo>
                <a:lnTo>
                  <a:pt x="561975" y="257175"/>
                </a:lnTo>
                <a:lnTo>
                  <a:pt x="561975" y="581025"/>
                </a:lnTo>
                <a:close/>
              </a:path>
            </a:pathLst>
          </a:custGeom>
          <a:solidFill>
            <a:srgbClr val="06616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DFAED14-B079-FA66-6970-88896D3A8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F03555-31F2-4881-A7EB-8E25D2854378}" type="slidenum">
              <a:rPr lang="en-ID" b="1" smtClean="0">
                <a:solidFill>
                  <a:srgbClr val="314D4D"/>
                </a:solidFill>
                <a:latin typeface="Montserrat SemiBold" pitchFamily="2" charset="77"/>
              </a:rPr>
              <a:pPr/>
              <a:t>8</a:t>
            </a:fld>
            <a:endParaRPr lang="en-ID" b="1" dirty="0">
              <a:solidFill>
                <a:srgbClr val="314D4D"/>
              </a:solidFill>
              <a:latin typeface="Montserrat SemiBold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04503-7C5A-193C-BAF8-5CCEA18FD986}"/>
              </a:ext>
            </a:extLst>
          </p:cNvPr>
          <p:cNvSpPr txBox="1"/>
          <p:nvPr/>
        </p:nvSpPr>
        <p:spPr>
          <a:xfrm rot="16200000">
            <a:off x="-191717" y="903231"/>
            <a:ext cx="105423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2026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D15DA-70CF-B2BF-2AB4-1798A3B0F86F}"/>
              </a:ext>
            </a:extLst>
          </p:cNvPr>
          <p:cNvSpPr txBox="1"/>
          <p:nvPr/>
        </p:nvSpPr>
        <p:spPr>
          <a:xfrm rot="16200000">
            <a:off x="-191716" y="1949277"/>
            <a:ext cx="1054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CA993D"/>
                </a:solidFill>
                <a:latin typeface="Montserrat SemiBold" pitchFamily="2" charset="77"/>
                <a:ea typeface="Inter" panose="02000503000000020004" pitchFamily="2" charset="0"/>
              </a:rPr>
              <a:t>GIS</a:t>
            </a:r>
            <a:endParaRPr lang="en-ID" sz="1100" b="1" dirty="0">
              <a:solidFill>
                <a:srgbClr val="CA993D"/>
              </a:solidFill>
              <a:latin typeface="Montserrat SemiBold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665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3962</TotalTime>
  <Words>663</Words>
  <Application>Microsoft Macintosh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Albert Sans Light</vt:lpstr>
      <vt:lpstr>Arial</vt:lpstr>
      <vt:lpstr>Calibri</vt:lpstr>
      <vt:lpstr>Montserrat</vt:lpstr>
      <vt:lpstr>Montserrat Light</vt:lpstr>
      <vt:lpstr>Montserrat Medium</vt:lpstr>
      <vt:lpstr>Montserrat SemiBold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Ramanda Galang Bryantama</dc:creator>
  <cp:lastModifiedBy>Larissa Meader</cp:lastModifiedBy>
  <cp:revision>90</cp:revision>
  <dcterms:created xsi:type="dcterms:W3CDTF">2019-08-12T03:52:24Z</dcterms:created>
  <dcterms:modified xsi:type="dcterms:W3CDTF">2025-09-10T22:06:03Z</dcterms:modified>
</cp:coreProperties>
</file>